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4"/>
  </p:sldMasterIdLst>
  <p:notesMasterIdLst>
    <p:notesMasterId r:id="rId9"/>
  </p:notesMasterIdLst>
  <p:sldIdLst>
    <p:sldId id="478" r:id="rId5"/>
    <p:sldId id="479" r:id="rId6"/>
    <p:sldId id="480" r:id="rId7"/>
    <p:sldId id="481" r:id="rId8"/>
  </p:sldIdLst>
  <p:sldSz cx="12192000" cy="6858000"/>
  <p:notesSz cx="6858000" cy="12192000"/>
  <p:embeddedFontLst>
    <p:embeddedFont>
      <p:font typeface="Anton" pitchFamily="2" charset="0"/>
      <p:regular r:id="rId10"/>
    </p:embeddedFont>
    <p:embeddedFont>
      <p:font typeface="Google Sans" pitchFamily="2" charset="0"/>
      <p:regular r:id="rId11"/>
      <p:bold r:id="rId12"/>
      <p:italic r:id="rId13"/>
      <p:boldItalic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1" roundtripDataSignature="AMtx7mhklsNASFJGiWOn+Ko28agZBm7b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352AE1-5534-401F-94DE-BAC4B911649B}">
  <a:tblStyle styleId="{CC352AE1-5534-401F-94DE-BAC4B911649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1" autoAdjust="0"/>
    <p:restoredTop sz="94647"/>
  </p:normalViewPr>
  <p:slideViewPr>
    <p:cSldViewPr snapToGrid="0">
      <p:cViewPr varScale="1">
        <p:scale>
          <a:sx n="105" d="100"/>
          <a:sy n="105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customXml" Target="../customXml/item3.xml"/><Relationship Id="rId222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26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font" Target="fonts/font7.fntdata"/><Relationship Id="rId221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22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22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chan Sailamai" userId="1a64d732-bbb2-4a63-bc63-4c1ff8742b2e" providerId="ADAL" clId="{7CB8C4C6-51DD-43F3-8E2A-57C0F5380E9E}"/>
    <pc:docChg chg="custSel modSld">
      <pc:chgData name="Rachan Sailamai" userId="1a64d732-bbb2-4a63-bc63-4c1ff8742b2e" providerId="ADAL" clId="{7CB8C4C6-51DD-43F3-8E2A-57C0F5380E9E}" dt="2026-06-11T06:37:18.176" v="5" actId="14100"/>
      <pc:docMkLst>
        <pc:docMk/>
      </pc:docMkLst>
      <pc:sldChg chg="delSp modSp mod">
        <pc:chgData name="Rachan Sailamai" userId="1a64d732-bbb2-4a63-bc63-4c1ff8742b2e" providerId="ADAL" clId="{7CB8C4C6-51DD-43F3-8E2A-57C0F5380E9E}" dt="2026-06-11T06:37:18.176" v="5" actId="14100"/>
        <pc:sldMkLst>
          <pc:docMk/>
          <pc:sldMk cId="328716518" sldId="477"/>
        </pc:sldMkLst>
        <pc:spChg chg="mod">
          <ac:chgData name="Rachan Sailamai" userId="1a64d732-bbb2-4a63-bc63-4c1ff8742b2e" providerId="ADAL" clId="{7CB8C4C6-51DD-43F3-8E2A-57C0F5380E9E}" dt="2026-06-11T06:37:15.183" v="4" actId="14100"/>
          <ac:spMkLst>
            <pc:docMk/>
            <pc:sldMk cId="328716518" sldId="477"/>
            <ac:spMk id="2444" creationId="{5255A0BE-5AAB-1DAE-2C9A-F10A3822D8A5}"/>
          </ac:spMkLst>
        </pc:spChg>
        <pc:spChg chg="mod">
          <ac:chgData name="Rachan Sailamai" userId="1a64d732-bbb2-4a63-bc63-4c1ff8742b2e" providerId="ADAL" clId="{7CB8C4C6-51DD-43F3-8E2A-57C0F5380E9E}" dt="2026-06-11T06:37:18.176" v="5" actId="14100"/>
          <ac:spMkLst>
            <pc:docMk/>
            <pc:sldMk cId="328716518" sldId="477"/>
            <ac:spMk id="2447" creationId="{B9EC3F3F-A894-F43F-C721-361409DF0FE4}"/>
          </ac:spMkLst>
        </pc:spChg>
        <pc:spChg chg="del">
          <ac:chgData name="Rachan Sailamai" userId="1a64d732-bbb2-4a63-bc63-4c1ff8742b2e" providerId="ADAL" clId="{7CB8C4C6-51DD-43F3-8E2A-57C0F5380E9E}" dt="2026-06-11T06:37:06.368" v="0" actId="478"/>
          <ac:spMkLst>
            <pc:docMk/>
            <pc:sldMk cId="328716518" sldId="477"/>
            <ac:spMk id="2448" creationId="{8F4670B0-6615-B3BB-5C15-9A0C9DCDA7FF}"/>
          </ac:spMkLst>
        </pc:spChg>
        <pc:spChg chg="del">
          <ac:chgData name="Rachan Sailamai" userId="1a64d732-bbb2-4a63-bc63-4c1ff8742b2e" providerId="ADAL" clId="{7CB8C4C6-51DD-43F3-8E2A-57C0F5380E9E}" dt="2026-06-11T06:37:11.988" v="3" actId="478"/>
          <ac:spMkLst>
            <pc:docMk/>
            <pc:sldMk cId="328716518" sldId="477"/>
            <ac:spMk id="2449" creationId="{DC38C304-46F1-A72F-3812-59E132163F53}"/>
          </ac:spMkLst>
        </pc:spChg>
        <pc:spChg chg="del">
          <ac:chgData name="Rachan Sailamai" userId="1a64d732-bbb2-4a63-bc63-4c1ff8742b2e" providerId="ADAL" clId="{7CB8C4C6-51DD-43F3-8E2A-57C0F5380E9E}" dt="2026-06-11T06:37:11.359" v="2" actId="478"/>
          <ac:spMkLst>
            <pc:docMk/>
            <pc:sldMk cId="328716518" sldId="477"/>
            <ac:spMk id="2450" creationId="{863B3A77-5471-69C3-CBE4-BB1F52AD897E}"/>
          </ac:spMkLst>
        </pc:spChg>
        <pc:spChg chg="del">
          <ac:chgData name="Rachan Sailamai" userId="1a64d732-bbb2-4a63-bc63-4c1ff8742b2e" providerId="ADAL" clId="{7CB8C4C6-51DD-43F3-8E2A-57C0F5380E9E}" dt="2026-06-11T06:37:09.784" v="1" actId="478"/>
          <ac:spMkLst>
            <pc:docMk/>
            <pc:sldMk cId="328716518" sldId="477"/>
            <ac:spMk id="2451" creationId="{E7DA3D21-9751-D9BE-982E-90ABA40A856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1">
          <a:extLst>
            <a:ext uri="{FF2B5EF4-FFF2-40B4-BE49-F238E27FC236}">
              <a16:creationId xmlns:a16="http://schemas.microsoft.com/office/drawing/2014/main" id="{57BAC395-8BE3-1972-F90C-865BB3E21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p90:notes">
            <a:extLst>
              <a:ext uri="{FF2B5EF4-FFF2-40B4-BE49-F238E27FC236}">
                <a16:creationId xmlns:a16="http://schemas.microsoft.com/office/drawing/2014/main" id="{F2FB6EFB-74DA-C60A-FDC3-81C2F88B14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3" name="Google Shape;2493;p90:notes">
            <a:extLst>
              <a:ext uri="{FF2B5EF4-FFF2-40B4-BE49-F238E27FC236}">
                <a16:creationId xmlns:a16="http://schemas.microsoft.com/office/drawing/2014/main" id="{33230EA4-177F-3ED1-2243-327F8342C9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055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Topic and Content">
  <p:cSld name="2_03 Topic and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4"/>
          <p:cNvSpPr/>
          <p:nvPr/>
        </p:nvSpPr>
        <p:spPr>
          <a:xfrm rot="10800000" flipH="1">
            <a:off x="0" y="144164"/>
            <a:ext cx="264055" cy="499403"/>
          </a:xfrm>
          <a:prstGeom prst="parallelogram">
            <a:avLst>
              <a:gd name="adj" fmla="val 0"/>
            </a:avLst>
          </a:prstGeom>
          <a:solidFill>
            <a:srgbClr val="703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oogle Sans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1" name="Google Shape;41;p94"/>
          <p:cNvCxnSpPr/>
          <p:nvPr/>
        </p:nvCxnSpPr>
        <p:spPr>
          <a:xfrm>
            <a:off x="11252198" y="6671733"/>
            <a:ext cx="502920" cy="0"/>
          </a:xfrm>
          <a:prstGeom prst="straightConnector1">
            <a:avLst/>
          </a:prstGeom>
          <a:noFill/>
          <a:ln w="19050" cap="flat" cmpd="sng">
            <a:solidFill>
              <a:srgbClr val="703DDA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2" name="Google Shape;42;p94"/>
          <p:cNvSpPr txBox="1">
            <a:spLocks noGrp="1"/>
          </p:cNvSpPr>
          <p:nvPr>
            <p:ph type="sldNum" idx="12"/>
          </p:nvPr>
        </p:nvSpPr>
        <p:spPr>
          <a:xfrm>
            <a:off x="9314894" y="648029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94"/>
          <p:cNvSpPr txBox="1">
            <a:spLocks noGrp="1"/>
          </p:cNvSpPr>
          <p:nvPr>
            <p:ph type="title"/>
          </p:nvPr>
        </p:nvSpPr>
        <p:spPr>
          <a:xfrm>
            <a:off x="317500" y="144163"/>
            <a:ext cx="11455400" cy="499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000"/>
              <a:buFont typeface="Google Sans"/>
              <a:buNone/>
              <a:defRPr sz="2000" b="0" i="0" u="none" strike="noStrike" cap="none">
                <a:solidFill>
                  <a:srgbClr val="171717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44" name="Google Shape;44;p94"/>
          <p:cNvSpPr txBox="1">
            <a:spLocks noGrp="1"/>
          </p:cNvSpPr>
          <p:nvPr>
            <p:ph type="body" idx="1"/>
          </p:nvPr>
        </p:nvSpPr>
        <p:spPr>
          <a:xfrm>
            <a:off x="317500" y="843886"/>
            <a:ext cx="11455400" cy="160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45" name="Google Shape;45;p94"/>
          <p:cNvSpPr/>
          <p:nvPr/>
        </p:nvSpPr>
        <p:spPr>
          <a:xfrm rot="-7547212">
            <a:off x="9111226" y="405214"/>
            <a:ext cx="270836" cy="270836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gradFill>
            <a:gsLst>
              <a:gs pos="0">
                <a:srgbClr val="A58DFB"/>
              </a:gs>
              <a:gs pos="50000">
                <a:srgbClr val="C6B9FB"/>
              </a:gs>
              <a:gs pos="100000">
                <a:srgbClr val="E3DDF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6" name="Google Shape;46;p94"/>
          <p:cNvGrpSpPr/>
          <p:nvPr/>
        </p:nvGrpSpPr>
        <p:grpSpPr>
          <a:xfrm rot="10800000">
            <a:off x="9489126" y="-14055"/>
            <a:ext cx="1154183" cy="1028700"/>
            <a:chOff x="139002" y="5063214"/>
            <a:chExt cx="2010656" cy="1792057"/>
          </a:xfrm>
        </p:grpSpPr>
        <p:sp>
          <p:nvSpPr>
            <p:cNvPr id="47" name="Google Shape;47;p94"/>
            <p:cNvSpPr/>
            <p:nvPr/>
          </p:nvSpPr>
          <p:spPr>
            <a:xfrm>
              <a:off x="352708" y="5373734"/>
              <a:ext cx="1796950" cy="1481537"/>
            </a:xfrm>
            <a:custGeom>
              <a:avLst/>
              <a:gdLst/>
              <a:ahLst/>
              <a:cxnLst/>
              <a:rect l="l" t="t" r="r" b="b"/>
              <a:pathLst>
                <a:path w="3648630" h="3008197" extrusionOk="0">
                  <a:moveTo>
                    <a:pt x="2251169" y="778"/>
                  </a:moveTo>
                  <a:cubicBezTo>
                    <a:pt x="2351190" y="7847"/>
                    <a:pt x="2446029" y="62857"/>
                    <a:pt x="2499938" y="156230"/>
                  </a:cubicBezTo>
                  <a:lnTo>
                    <a:pt x="3606731" y="2073253"/>
                  </a:lnTo>
                  <a:cubicBezTo>
                    <a:pt x="3692986" y="2222650"/>
                    <a:pt x="3641798" y="2413683"/>
                    <a:pt x="3492401" y="2499938"/>
                  </a:cubicBezTo>
                  <a:lnTo>
                    <a:pt x="2612070" y="3008197"/>
                  </a:lnTo>
                  <a:lnTo>
                    <a:pt x="869139" y="3008197"/>
                  </a:lnTo>
                  <a:lnTo>
                    <a:pt x="41900" y="1575379"/>
                  </a:lnTo>
                  <a:cubicBezTo>
                    <a:pt x="-44354" y="1425982"/>
                    <a:pt x="6833" y="1234948"/>
                    <a:pt x="156230" y="1148694"/>
                  </a:cubicBezTo>
                  <a:lnTo>
                    <a:pt x="2073253" y="41900"/>
                  </a:lnTo>
                  <a:cubicBezTo>
                    <a:pt x="2129277" y="9555"/>
                    <a:pt x="2191156" y="-3463"/>
                    <a:pt x="2251169" y="778"/>
                  </a:cubicBezTo>
                  <a:close/>
                </a:path>
              </a:pathLst>
            </a:custGeom>
            <a:gradFill>
              <a:gsLst>
                <a:gs pos="0">
                  <a:srgbClr val="A58DFB"/>
                </a:gs>
                <a:gs pos="50000">
                  <a:srgbClr val="C6B9FB"/>
                </a:gs>
                <a:gs pos="100000">
                  <a:srgbClr val="E3DDFD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8" name="Google Shape;48;p94"/>
            <p:cNvSpPr/>
            <p:nvPr/>
          </p:nvSpPr>
          <p:spPr>
            <a:xfrm rot="3431410">
              <a:off x="232265" y="5156477"/>
              <a:ext cx="487871" cy="487871"/>
            </a:xfrm>
            <a:custGeom>
              <a:avLst/>
              <a:gdLst/>
              <a:ahLst/>
              <a:cxnLst/>
              <a:rect l="l" t="t" r="r" b="b"/>
              <a:pathLst>
                <a:path w="469963" h="469963" extrusionOk="0">
                  <a:moveTo>
                    <a:pt x="422434" y="187357"/>
                  </a:moveTo>
                  <a:lnTo>
                    <a:pt x="330327" y="187357"/>
                  </a:lnTo>
                  <a:cubicBezTo>
                    <a:pt x="304038" y="187357"/>
                    <a:pt x="282702" y="166021"/>
                    <a:pt x="282702" y="139732"/>
                  </a:cubicBezTo>
                  <a:lnTo>
                    <a:pt x="282702" y="47625"/>
                  </a:lnTo>
                  <a:cubicBezTo>
                    <a:pt x="282702" y="21336"/>
                    <a:pt x="261366" y="0"/>
                    <a:pt x="235077" y="0"/>
                  </a:cubicBezTo>
                  <a:lnTo>
                    <a:pt x="235077" y="0"/>
                  </a:lnTo>
                  <a:cubicBezTo>
                    <a:pt x="208788" y="0"/>
                    <a:pt x="187452" y="21336"/>
                    <a:pt x="187452" y="47625"/>
                  </a:cubicBezTo>
                  <a:lnTo>
                    <a:pt x="187452" y="139732"/>
                  </a:lnTo>
                  <a:cubicBezTo>
                    <a:pt x="187452" y="166021"/>
                    <a:pt x="166116" y="187357"/>
                    <a:pt x="139827" y="187357"/>
                  </a:cubicBezTo>
                  <a:lnTo>
                    <a:pt x="47625" y="187357"/>
                  </a:lnTo>
                  <a:cubicBezTo>
                    <a:pt x="21336" y="187357"/>
                    <a:pt x="0" y="208693"/>
                    <a:pt x="0" y="234982"/>
                  </a:cubicBezTo>
                  <a:lnTo>
                    <a:pt x="0" y="234982"/>
                  </a:lnTo>
                  <a:cubicBezTo>
                    <a:pt x="0" y="261271"/>
                    <a:pt x="21336" y="282607"/>
                    <a:pt x="47625" y="282607"/>
                  </a:cubicBezTo>
                  <a:lnTo>
                    <a:pt x="139732" y="282607"/>
                  </a:lnTo>
                  <a:cubicBezTo>
                    <a:pt x="166021" y="282607"/>
                    <a:pt x="187357" y="303943"/>
                    <a:pt x="187357" y="330232"/>
                  </a:cubicBezTo>
                  <a:lnTo>
                    <a:pt x="187357" y="422339"/>
                  </a:lnTo>
                  <a:cubicBezTo>
                    <a:pt x="187357" y="448628"/>
                    <a:pt x="208693" y="469964"/>
                    <a:pt x="234982" y="469964"/>
                  </a:cubicBezTo>
                  <a:lnTo>
                    <a:pt x="234982" y="469964"/>
                  </a:lnTo>
                  <a:cubicBezTo>
                    <a:pt x="261271" y="469964"/>
                    <a:pt x="282607" y="448628"/>
                    <a:pt x="282607" y="422339"/>
                  </a:cubicBezTo>
                  <a:lnTo>
                    <a:pt x="282607" y="330232"/>
                  </a:lnTo>
                  <a:cubicBezTo>
                    <a:pt x="282607" y="303943"/>
                    <a:pt x="303943" y="282607"/>
                    <a:pt x="330232" y="282607"/>
                  </a:cubicBezTo>
                  <a:lnTo>
                    <a:pt x="422339" y="282607"/>
                  </a:lnTo>
                  <a:cubicBezTo>
                    <a:pt x="448628" y="282607"/>
                    <a:pt x="469964" y="261271"/>
                    <a:pt x="469964" y="234982"/>
                  </a:cubicBezTo>
                  <a:lnTo>
                    <a:pt x="469964" y="234982"/>
                  </a:lnTo>
                  <a:cubicBezTo>
                    <a:pt x="470059" y="208693"/>
                    <a:pt x="448723" y="187357"/>
                    <a:pt x="422434" y="187357"/>
                  </a:cubicBezTo>
                  <a:close/>
                </a:path>
              </a:pathLst>
            </a:custGeom>
            <a:gradFill>
              <a:gsLst>
                <a:gs pos="0">
                  <a:srgbClr val="A58DFB"/>
                </a:gs>
                <a:gs pos="50000">
                  <a:srgbClr val="C6B9FB"/>
                </a:gs>
                <a:gs pos="100000">
                  <a:srgbClr val="E3DDFD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49" name="Google Shape;49;p94"/>
          <p:cNvSpPr/>
          <p:nvPr/>
        </p:nvSpPr>
        <p:spPr>
          <a:xfrm rot="-3671996">
            <a:off x="4019801" y="6483923"/>
            <a:ext cx="357861" cy="357861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gradFill>
            <a:gsLst>
              <a:gs pos="0">
                <a:srgbClr val="A58DFB"/>
              </a:gs>
              <a:gs pos="50000">
                <a:srgbClr val="C6B9FB"/>
              </a:gs>
              <a:gs pos="100000">
                <a:srgbClr val="E3DDFD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94" descr="A black and grey logo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b="37276"/>
          <a:stretch/>
        </p:blipFill>
        <p:spPr>
          <a:xfrm>
            <a:off x="10753548" y="182886"/>
            <a:ext cx="456976" cy="160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5564" y="158857"/>
            <a:ext cx="882798" cy="22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64">
          <p15:clr>
            <a:srgbClr val="5ACBF0"/>
          </p15:clr>
        </p15:guide>
        <p15:guide id="2" pos="7416">
          <p15:clr>
            <a:srgbClr val="5ACBF0"/>
          </p15:clr>
        </p15:guide>
        <p15:guide id="3" orient="horz" pos="648">
          <p15:clr>
            <a:srgbClr val="5ACBF0"/>
          </p15:clr>
        </p15:guide>
        <p15:guide id="4" orient="horz" pos="216">
          <p15:clr>
            <a:srgbClr val="5ACBF0"/>
          </p15:clr>
        </p15:guide>
        <p15:guide id="5" orient="horz" pos="4080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Thank you">
  <p:cSld name="08 Thank you">
    <p:bg>
      <p:bgPr>
        <a:gradFill>
          <a:gsLst>
            <a:gs pos="0">
              <a:schemeClr val="lt1"/>
            </a:gs>
            <a:gs pos="44000">
              <a:srgbClr val="703DDA">
                <a:alpha val="43137"/>
              </a:srgbClr>
            </a:gs>
            <a:gs pos="82000">
              <a:srgbClr val="703DDA"/>
            </a:gs>
            <a:gs pos="100000">
              <a:srgbClr val="703DDA"/>
            </a:gs>
          </a:gsLst>
          <a:lin ang="2700000" scaled="0"/>
        </a:gra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3"/>
          <p:cNvSpPr/>
          <p:nvPr/>
        </p:nvSpPr>
        <p:spPr>
          <a:xfrm rot="3806097">
            <a:off x="-29435" y="-479899"/>
            <a:ext cx="1722424" cy="2053178"/>
          </a:xfrm>
          <a:custGeom>
            <a:avLst/>
            <a:gdLst/>
            <a:ahLst/>
            <a:cxnLst/>
            <a:rect l="l" t="t" r="r" b="b"/>
            <a:pathLst>
              <a:path w="1721322" h="2051864" extrusionOk="0">
                <a:moveTo>
                  <a:pt x="0" y="1526066"/>
                </a:moveTo>
                <a:lnTo>
                  <a:pt x="763352" y="0"/>
                </a:lnTo>
                <a:lnTo>
                  <a:pt x="1495514" y="0"/>
                </a:lnTo>
                <a:cubicBezTo>
                  <a:pt x="1620224" y="0"/>
                  <a:pt x="1721322" y="101098"/>
                  <a:pt x="1721322" y="225808"/>
                </a:cubicBezTo>
                <a:lnTo>
                  <a:pt x="1721322" y="1826056"/>
                </a:lnTo>
                <a:cubicBezTo>
                  <a:pt x="1721322" y="1950766"/>
                  <a:pt x="1620224" y="2051864"/>
                  <a:pt x="1495514" y="2051864"/>
                </a:cubicBezTo>
                <a:lnTo>
                  <a:pt x="1051156" y="2051864"/>
                </a:lnTo>
                <a:close/>
              </a:path>
            </a:pathLst>
          </a:custGeom>
          <a:gradFill>
            <a:gsLst>
              <a:gs pos="0">
                <a:srgbClr val="B69CEC"/>
              </a:gs>
              <a:gs pos="100000">
                <a:schemeClr val="lt1"/>
              </a:gs>
            </a:gsLst>
            <a:lin ang="180000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p133"/>
          <p:cNvSpPr/>
          <p:nvPr/>
        </p:nvSpPr>
        <p:spPr>
          <a:xfrm>
            <a:off x="313938" y="3232028"/>
            <a:ext cx="393864" cy="393943"/>
          </a:xfrm>
          <a:custGeom>
            <a:avLst/>
            <a:gdLst/>
            <a:ahLst/>
            <a:cxnLst/>
            <a:rect l="l" t="t" r="r" b="b"/>
            <a:pathLst>
              <a:path w="474535" h="474630" extrusionOk="0">
                <a:moveTo>
                  <a:pt x="237268" y="474631"/>
                </a:moveTo>
                <a:cubicBezTo>
                  <a:pt x="106490" y="474631"/>
                  <a:pt x="0" y="368141"/>
                  <a:pt x="0" y="237268"/>
                </a:cubicBezTo>
                <a:cubicBezTo>
                  <a:pt x="0" y="106490"/>
                  <a:pt x="106490" y="0"/>
                  <a:pt x="237268" y="0"/>
                </a:cubicBezTo>
                <a:cubicBezTo>
                  <a:pt x="368141" y="0"/>
                  <a:pt x="474536" y="106490"/>
                  <a:pt x="474536" y="237268"/>
                </a:cubicBezTo>
                <a:cubicBezTo>
                  <a:pt x="474631" y="368141"/>
                  <a:pt x="368141" y="474631"/>
                  <a:pt x="237268" y="474631"/>
                </a:cubicBezTo>
                <a:close/>
                <a:moveTo>
                  <a:pt x="237268" y="66675"/>
                </a:moveTo>
                <a:cubicBezTo>
                  <a:pt x="143256" y="66675"/>
                  <a:pt x="66675" y="143256"/>
                  <a:pt x="66675" y="237268"/>
                </a:cubicBezTo>
                <a:cubicBezTo>
                  <a:pt x="66675" y="331280"/>
                  <a:pt x="143256" y="407861"/>
                  <a:pt x="237268" y="407861"/>
                </a:cubicBezTo>
                <a:cubicBezTo>
                  <a:pt x="331280" y="407861"/>
                  <a:pt x="407861" y="331280"/>
                  <a:pt x="407861" y="237268"/>
                </a:cubicBezTo>
                <a:cubicBezTo>
                  <a:pt x="407861" y="143256"/>
                  <a:pt x="331375" y="66675"/>
                  <a:pt x="237268" y="6667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33"/>
          <p:cNvSpPr/>
          <p:nvPr/>
        </p:nvSpPr>
        <p:spPr>
          <a:xfrm rot="-1173915">
            <a:off x="1956201" y="139241"/>
            <a:ext cx="357861" cy="357861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" name="Google Shape;68;p133"/>
          <p:cNvSpPr/>
          <p:nvPr/>
        </p:nvSpPr>
        <p:spPr>
          <a:xfrm rot="2700000">
            <a:off x="10538369" y="4975560"/>
            <a:ext cx="270836" cy="270836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69" name="Google Shape;69;p133"/>
          <p:cNvGrpSpPr/>
          <p:nvPr/>
        </p:nvGrpSpPr>
        <p:grpSpPr>
          <a:xfrm>
            <a:off x="10055996" y="5576680"/>
            <a:ext cx="1437619" cy="1281321"/>
            <a:chOff x="139002" y="5063214"/>
            <a:chExt cx="2010656" cy="1792057"/>
          </a:xfrm>
        </p:grpSpPr>
        <p:sp>
          <p:nvSpPr>
            <p:cNvPr id="70" name="Google Shape;70;p133"/>
            <p:cNvSpPr/>
            <p:nvPr/>
          </p:nvSpPr>
          <p:spPr>
            <a:xfrm>
              <a:off x="352708" y="5373734"/>
              <a:ext cx="1796950" cy="1481537"/>
            </a:xfrm>
            <a:custGeom>
              <a:avLst/>
              <a:gdLst/>
              <a:ahLst/>
              <a:cxnLst/>
              <a:rect l="l" t="t" r="r" b="b"/>
              <a:pathLst>
                <a:path w="3648630" h="3008197" extrusionOk="0">
                  <a:moveTo>
                    <a:pt x="2251169" y="778"/>
                  </a:moveTo>
                  <a:cubicBezTo>
                    <a:pt x="2351190" y="7847"/>
                    <a:pt x="2446029" y="62857"/>
                    <a:pt x="2499938" y="156230"/>
                  </a:cubicBezTo>
                  <a:lnTo>
                    <a:pt x="3606731" y="2073253"/>
                  </a:lnTo>
                  <a:cubicBezTo>
                    <a:pt x="3692986" y="2222650"/>
                    <a:pt x="3641798" y="2413683"/>
                    <a:pt x="3492401" y="2499938"/>
                  </a:cubicBezTo>
                  <a:lnTo>
                    <a:pt x="2612070" y="3008197"/>
                  </a:lnTo>
                  <a:lnTo>
                    <a:pt x="869139" y="3008197"/>
                  </a:lnTo>
                  <a:lnTo>
                    <a:pt x="41900" y="1575379"/>
                  </a:lnTo>
                  <a:cubicBezTo>
                    <a:pt x="-44354" y="1425982"/>
                    <a:pt x="6833" y="1234948"/>
                    <a:pt x="156230" y="1148694"/>
                  </a:cubicBezTo>
                  <a:lnTo>
                    <a:pt x="2073253" y="41900"/>
                  </a:lnTo>
                  <a:cubicBezTo>
                    <a:pt x="2129277" y="9555"/>
                    <a:pt x="2191156" y="-3463"/>
                    <a:pt x="2251169" y="778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71" name="Google Shape;71;p133"/>
            <p:cNvSpPr/>
            <p:nvPr/>
          </p:nvSpPr>
          <p:spPr>
            <a:xfrm rot="3431410">
              <a:off x="232265" y="5156477"/>
              <a:ext cx="487871" cy="487871"/>
            </a:xfrm>
            <a:custGeom>
              <a:avLst/>
              <a:gdLst/>
              <a:ahLst/>
              <a:cxnLst/>
              <a:rect l="l" t="t" r="r" b="b"/>
              <a:pathLst>
                <a:path w="469963" h="469963" extrusionOk="0">
                  <a:moveTo>
                    <a:pt x="422434" y="187357"/>
                  </a:moveTo>
                  <a:lnTo>
                    <a:pt x="330327" y="187357"/>
                  </a:lnTo>
                  <a:cubicBezTo>
                    <a:pt x="304038" y="187357"/>
                    <a:pt x="282702" y="166021"/>
                    <a:pt x="282702" y="139732"/>
                  </a:cubicBezTo>
                  <a:lnTo>
                    <a:pt x="282702" y="47625"/>
                  </a:lnTo>
                  <a:cubicBezTo>
                    <a:pt x="282702" y="21336"/>
                    <a:pt x="261366" y="0"/>
                    <a:pt x="235077" y="0"/>
                  </a:cubicBezTo>
                  <a:lnTo>
                    <a:pt x="235077" y="0"/>
                  </a:lnTo>
                  <a:cubicBezTo>
                    <a:pt x="208788" y="0"/>
                    <a:pt x="187452" y="21336"/>
                    <a:pt x="187452" y="47625"/>
                  </a:cubicBezTo>
                  <a:lnTo>
                    <a:pt x="187452" y="139732"/>
                  </a:lnTo>
                  <a:cubicBezTo>
                    <a:pt x="187452" y="166021"/>
                    <a:pt x="166116" y="187357"/>
                    <a:pt x="139827" y="187357"/>
                  </a:cubicBezTo>
                  <a:lnTo>
                    <a:pt x="47625" y="187357"/>
                  </a:lnTo>
                  <a:cubicBezTo>
                    <a:pt x="21336" y="187357"/>
                    <a:pt x="0" y="208693"/>
                    <a:pt x="0" y="234982"/>
                  </a:cubicBezTo>
                  <a:lnTo>
                    <a:pt x="0" y="234982"/>
                  </a:lnTo>
                  <a:cubicBezTo>
                    <a:pt x="0" y="261271"/>
                    <a:pt x="21336" y="282607"/>
                    <a:pt x="47625" y="282607"/>
                  </a:cubicBezTo>
                  <a:lnTo>
                    <a:pt x="139732" y="282607"/>
                  </a:lnTo>
                  <a:cubicBezTo>
                    <a:pt x="166021" y="282607"/>
                    <a:pt x="187357" y="303943"/>
                    <a:pt x="187357" y="330232"/>
                  </a:cubicBezTo>
                  <a:lnTo>
                    <a:pt x="187357" y="422339"/>
                  </a:lnTo>
                  <a:cubicBezTo>
                    <a:pt x="187357" y="448628"/>
                    <a:pt x="208693" y="469964"/>
                    <a:pt x="234982" y="469964"/>
                  </a:cubicBezTo>
                  <a:lnTo>
                    <a:pt x="234982" y="469964"/>
                  </a:lnTo>
                  <a:cubicBezTo>
                    <a:pt x="261271" y="469964"/>
                    <a:pt x="282607" y="448628"/>
                    <a:pt x="282607" y="422339"/>
                  </a:cubicBezTo>
                  <a:lnTo>
                    <a:pt x="282607" y="330232"/>
                  </a:lnTo>
                  <a:cubicBezTo>
                    <a:pt x="282607" y="303943"/>
                    <a:pt x="303943" y="282607"/>
                    <a:pt x="330232" y="282607"/>
                  </a:cubicBezTo>
                  <a:lnTo>
                    <a:pt x="422339" y="282607"/>
                  </a:lnTo>
                  <a:cubicBezTo>
                    <a:pt x="448628" y="282607"/>
                    <a:pt x="469964" y="261271"/>
                    <a:pt x="469964" y="234982"/>
                  </a:cubicBezTo>
                  <a:lnTo>
                    <a:pt x="469964" y="234982"/>
                  </a:lnTo>
                  <a:cubicBezTo>
                    <a:pt x="470059" y="208693"/>
                    <a:pt x="448723" y="187357"/>
                    <a:pt x="422434" y="187357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72" name="Google Shape;72;p133"/>
          <p:cNvSpPr/>
          <p:nvPr/>
        </p:nvSpPr>
        <p:spPr>
          <a:xfrm>
            <a:off x="2944335" y="2644169"/>
            <a:ext cx="6303329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73" name="Google Shape;73;p133" descr="A black and grey logo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b="37276"/>
          <a:stretch/>
        </p:blipFill>
        <p:spPr>
          <a:xfrm>
            <a:off x="10753548" y="182886"/>
            <a:ext cx="456976" cy="160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5564" y="158857"/>
            <a:ext cx="882798" cy="22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Agenda">
  <p:cSld name="01 Agenda"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8"/>
          <p:cNvSpPr>
            <a:spLocks noGrp="1"/>
          </p:cNvSpPr>
          <p:nvPr>
            <p:ph type="dgm" idx="2"/>
          </p:nvPr>
        </p:nvSpPr>
        <p:spPr>
          <a:xfrm>
            <a:off x="281147" y="891124"/>
            <a:ext cx="11473971" cy="762000"/>
          </a:xfrm>
          <a:prstGeom prst="roundRect">
            <a:avLst>
              <a:gd name="adj" fmla="val 16667"/>
            </a:avLst>
          </a:prstGeom>
          <a:solidFill>
            <a:srgbClr val="703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cxnSp>
        <p:nvCxnSpPr>
          <p:cNvPr id="77" name="Google Shape;77;p148"/>
          <p:cNvCxnSpPr/>
          <p:nvPr/>
        </p:nvCxnSpPr>
        <p:spPr>
          <a:xfrm>
            <a:off x="11252198" y="6671733"/>
            <a:ext cx="502920" cy="0"/>
          </a:xfrm>
          <a:prstGeom prst="straightConnector1">
            <a:avLst/>
          </a:prstGeom>
          <a:noFill/>
          <a:ln w="19050" cap="flat" cmpd="sng">
            <a:solidFill>
              <a:srgbClr val="703DDA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78" name="Google Shape;78;p148"/>
          <p:cNvSpPr txBox="1">
            <a:spLocks noGrp="1"/>
          </p:cNvSpPr>
          <p:nvPr>
            <p:ph type="sldNum" idx="12"/>
          </p:nvPr>
        </p:nvSpPr>
        <p:spPr>
          <a:xfrm>
            <a:off x="9314894" y="648029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48"/>
          <p:cNvSpPr/>
          <p:nvPr/>
        </p:nvSpPr>
        <p:spPr>
          <a:xfrm>
            <a:off x="-1" y="152799"/>
            <a:ext cx="2601157" cy="533146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514350" marR="0" lvl="0" indent="-5143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0" name="Google Shape;80;p148"/>
          <p:cNvSpPr>
            <a:spLocks noGrp="1"/>
          </p:cNvSpPr>
          <p:nvPr>
            <p:ph type="dgm" idx="3"/>
          </p:nvPr>
        </p:nvSpPr>
        <p:spPr>
          <a:xfrm>
            <a:off x="281147" y="1844565"/>
            <a:ext cx="11473971" cy="762000"/>
          </a:xfrm>
          <a:prstGeom prst="roundRect">
            <a:avLst>
              <a:gd name="adj" fmla="val 16667"/>
            </a:avLst>
          </a:prstGeom>
          <a:solidFill>
            <a:srgbClr val="703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1" name="Google Shape;81;p148"/>
          <p:cNvSpPr>
            <a:spLocks noGrp="1"/>
          </p:cNvSpPr>
          <p:nvPr>
            <p:ph type="dgm" idx="4"/>
          </p:nvPr>
        </p:nvSpPr>
        <p:spPr>
          <a:xfrm>
            <a:off x="281147" y="2798006"/>
            <a:ext cx="11473971" cy="762000"/>
          </a:xfrm>
          <a:prstGeom prst="roundRect">
            <a:avLst>
              <a:gd name="adj" fmla="val 16667"/>
            </a:avLst>
          </a:prstGeom>
          <a:solidFill>
            <a:srgbClr val="703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2" name="Google Shape;82;p148"/>
          <p:cNvSpPr>
            <a:spLocks noGrp="1"/>
          </p:cNvSpPr>
          <p:nvPr>
            <p:ph type="dgm" idx="5"/>
          </p:nvPr>
        </p:nvSpPr>
        <p:spPr>
          <a:xfrm>
            <a:off x="281147" y="3751447"/>
            <a:ext cx="11473971" cy="762000"/>
          </a:xfrm>
          <a:prstGeom prst="roundRect">
            <a:avLst>
              <a:gd name="adj" fmla="val 16667"/>
            </a:avLst>
          </a:prstGeom>
          <a:solidFill>
            <a:srgbClr val="703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3" name="Google Shape;83;p148"/>
          <p:cNvSpPr>
            <a:spLocks noGrp="1"/>
          </p:cNvSpPr>
          <p:nvPr>
            <p:ph type="dgm" idx="6"/>
          </p:nvPr>
        </p:nvSpPr>
        <p:spPr>
          <a:xfrm>
            <a:off x="281147" y="4701329"/>
            <a:ext cx="11473971" cy="762000"/>
          </a:xfrm>
          <a:prstGeom prst="roundRect">
            <a:avLst>
              <a:gd name="adj" fmla="val 16667"/>
            </a:avLst>
          </a:prstGeom>
          <a:solidFill>
            <a:srgbClr val="703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4" name="Google Shape;84;p148"/>
          <p:cNvSpPr>
            <a:spLocks noGrp="1"/>
          </p:cNvSpPr>
          <p:nvPr>
            <p:ph type="dgm" idx="7"/>
          </p:nvPr>
        </p:nvSpPr>
        <p:spPr>
          <a:xfrm>
            <a:off x="281147" y="5656881"/>
            <a:ext cx="11473971" cy="762000"/>
          </a:xfrm>
          <a:prstGeom prst="roundRect">
            <a:avLst>
              <a:gd name="adj" fmla="val 16667"/>
            </a:avLst>
          </a:prstGeom>
          <a:solidFill>
            <a:srgbClr val="703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5" name="Google Shape;85;p148"/>
          <p:cNvSpPr>
            <a:spLocks noGrp="1"/>
          </p:cNvSpPr>
          <p:nvPr>
            <p:ph type="dgm" idx="8"/>
          </p:nvPr>
        </p:nvSpPr>
        <p:spPr>
          <a:xfrm>
            <a:off x="460427" y="975493"/>
            <a:ext cx="615950" cy="585787"/>
          </a:xfrm>
          <a:prstGeom prst="ellipse">
            <a:avLst/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6" name="Google Shape;86;p148"/>
          <p:cNvSpPr>
            <a:spLocks noGrp="1"/>
          </p:cNvSpPr>
          <p:nvPr>
            <p:ph type="dgm" idx="9"/>
          </p:nvPr>
        </p:nvSpPr>
        <p:spPr>
          <a:xfrm>
            <a:off x="460427" y="1926518"/>
            <a:ext cx="615950" cy="585787"/>
          </a:xfrm>
          <a:prstGeom prst="ellipse">
            <a:avLst/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7" name="Google Shape;87;p148"/>
          <p:cNvSpPr>
            <a:spLocks noGrp="1"/>
          </p:cNvSpPr>
          <p:nvPr>
            <p:ph type="dgm" idx="13"/>
          </p:nvPr>
        </p:nvSpPr>
        <p:spPr>
          <a:xfrm>
            <a:off x="460427" y="2886112"/>
            <a:ext cx="615950" cy="585787"/>
          </a:xfrm>
          <a:prstGeom prst="ellipse">
            <a:avLst/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8" name="Google Shape;88;p148"/>
          <p:cNvSpPr>
            <a:spLocks noGrp="1"/>
          </p:cNvSpPr>
          <p:nvPr>
            <p:ph type="dgm" idx="14"/>
          </p:nvPr>
        </p:nvSpPr>
        <p:spPr>
          <a:xfrm>
            <a:off x="461421" y="3839553"/>
            <a:ext cx="615950" cy="585787"/>
          </a:xfrm>
          <a:prstGeom prst="ellipse">
            <a:avLst/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89" name="Google Shape;89;p148"/>
          <p:cNvSpPr>
            <a:spLocks noGrp="1"/>
          </p:cNvSpPr>
          <p:nvPr>
            <p:ph type="dgm" idx="15"/>
          </p:nvPr>
        </p:nvSpPr>
        <p:spPr>
          <a:xfrm>
            <a:off x="460427" y="4789435"/>
            <a:ext cx="615950" cy="585787"/>
          </a:xfrm>
          <a:prstGeom prst="ellipse">
            <a:avLst/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0" name="Google Shape;90;p148"/>
          <p:cNvSpPr>
            <a:spLocks noGrp="1"/>
          </p:cNvSpPr>
          <p:nvPr>
            <p:ph type="dgm" idx="16"/>
          </p:nvPr>
        </p:nvSpPr>
        <p:spPr>
          <a:xfrm>
            <a:off x="462234" y="5744987"/>
            <a:ext cx="615950" cy="585787"/>
          </a:xfrm>
          <a:prstGeom prst="ellipse">
            <a:avLst/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91" name="Google Shape;91;p148"/>
          <p:cNvSpPr/>
          <p:nvPr/>
        </p:nvSpPr>
        <p:spPr>
          <a:xfrm rot="-7547212">
            <a:off x="9439754" y="179849"/>
            <a:ext cx="167530" cy="167530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gradFill>
            <a:gsLst>
              <a:gs pos="0">
                <a:srgbClr val="A58DFB"/>
              </a:gs>
              <a:gs pos="50000">
                <a:srgbClr val="C6B9FB"/>
              </a:gs>
              <a:gs pos="100000">
                <a:srgbClr val="E3DDF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92" name="Google Shape;92;p148"/>
          <p:cNvGrpSpPr/>
          <p:nvPr/>
        </p:nvGrpSpPr>
        <p:grpSpPr>
          <a:xfrm rot="10800000">
            <a:off x="9814663" y="-17561"/>
            <a:ext cx="930923" cy="829713"/>
            <a:chOff x="139002" y="5063214"/>
            <a:chExt cx="2010656" cy="1792057"/>
          </a:xfrm>
        </p:grpSpPr>
        <p:sp>
          <p:nvSpPr>
            <p:cNvPr id="93" name="Google Shape;93;p148"/>
            <p:cNvSpPr/>
            <p:nvPr/>
          </p:nvSpPr>
          <p:spPr>
            <a:xfrm>
              <a:off x="352708" y="5373734"/>
              <a:ext cx="1796950" cy="1481537"/>
            </a:xfrm>
            <a:custGeom>
              <a:avLst/>
              <a:gdLst/>
              <a:ahLst/>
              <a:cxnLst/>
              <a:rect l="l" t="t" r="r" b="b"/>
              <a:pathLst>
                <a:path w="3648630" h="3008197" extrusionOk="0">
                  <a:moveTo>
                    <a:pt x="2251169" y="778"/>
                  </a:moveTo>
                  <a:cubicBezTo>
                    <a:pt x="2351190" y="7847"/>
                    <a:pt x="2446029" y="62857"/>
                    <a:pt x="2499938" y="156230"/>
                  </a:cubicBezTo>
                  <a:lnTo>
                    <a:pt x="3606731" y="2073253"/>
                  </a:lnTo>
                  <a:cubicBezTo>
                    <a:pt x="3692986" y="2222650"/>
                    <a:pt x="3641798" y="2413683"/>
                    <a:pt x="3492401" y="2499938"/>
                  </a:cubicBezTo>
                  <a:lnTo>
                    <a:pt x="2612070" y="3008197"/>
                  </a:lnTo>
                  <a:lnTo>
                    <a:pt x="869139" y="3008197"/>
                  </a:lnTo>
                  <a:lnTo>
                    <a:pt x="41900" y="1575379"/>
                  </a:lnTo>
                  <a:cubicBezTo>
                    <a:pt x="-44354" y="1425982"/>
                    <a:pt x="6833" y="1234948"/>
                    <a:pt x="156230" y="1148694"/>
                  </a:cubicBezTo>
                  <a:lnTo>
                    <a:pt x="2073253" y="41900"/>
                  </a:lnTo>
                  <a:cubicBezTo>
                    <a:pt x="2129277" y="9555"/>
                    <a:pt x="2191156" y="-3463"/>
                    <a:pt x="2251169" y="778"/>
                  </a:cubicBezTo>
                  <a:close/>
                </a:path>
              </a:pathLst>
            </a:custGeom>
            <a:gradFill>
              <a:gsLst>
                <a:gs pos="0">
                  <a:srgbClr val="A58DFB"/>
                </a:gs>
                <a:gs pos="50000">
                  <a:srgbClr val="C6B9FB"/>
                </a:gs>
                <a:gs pos="100000">
                  <a:srgbClr val="E3DDFD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4" name="Google Shape;94;p148"/>
            <p:cNvSpPr/>
            <p:nvPr/>
          </p:nvSpPr>
          <p:spPr>
            <a:xfrm rot="3431410">
              <a:off x="232265" y="5156477"/>
              <a:ext cx="487871" cy="487871"/>
            </a:xfrm>
            <a:custGeom>
              <a:avLst/>
              <a:gdLst/>
              <a:ahLst/>
              <a:cxnLst/>
              <a:rect l="l" t="t" r="r" b="b"/>
              <a:pathLst>
                <a:path w="469963" h="469963" extrusionOk="0">
                  <a:moveTo>
                    <a:pt x="422434" y="187357"/>
                  </a:moveTo>
                  <a:lnTo>
                    <a:pt x="330327" y="187357"/>
                  </a:lnTo>
                  <a:cubicBezTo>
                    <a:pt x="304038" y="187357"/>
                    <a:pt x="282702" y="166021"/>
                    <a:pt x="282702" y="139732"/>
                  </a:cubicBezTo>
                  <a:lnTo>
                    <a:pt x="282702" y="47625"/>
                  </a:lnTo>
                  <a:cubicBezTo>
                    <a:pt x="282702" y="21336"/>
                    <a:pt x="261366" y="0"/>
                    <a:pt x="235077" y="0"/>
                  </a:cubicBezTo>
                  <a:lnTo>
                    <a:pt x="235077" y="0"/>
                  </a:lnTo>
                  <a:cubicBezTo>
                    <a:pt x="208788" y="0"/>
                    <a:pt x="187452" y="21336"/>
                    <a:pt x="187452" y="47625"/>
                  </a:cubicBezTo>
                  <a:lnTo>
                    <a:pt x="187452" y="139732"/>
                  </a:lnTo>
                  <a:cubicBezTo>
                    <a:pt x="187452" y="166021"/>
                    <a:pt x="166116" y="187357"/>
                    <a:pt x="139827" y="187357"/>
                  </a:cubicBezTo>
                  <a:lnTo>
                    <a:pt x="47625" y="187357"/>
                  </a:lnTo>
                  <a:cubicBezTo>
                    <a:pt x="21336" y="187357"/>
                    <a:pt x="0" y="208693"/>
                    <a:pt x="0" y="234982"/>
                  </a:cubicBezTo>
                  <a:lnTo>
                    <a:pt x="0" y="234982"/>
                  </a:lnTo>
                  <a:cubicBezTo>
                    <a:pt x="0" y="261271"/>
                    <a:pt x="21336" y="282607"/>
                    <a:pt x="47625" y="282607"/>
                  </a:cubicBezTo>
                  <a:lnTo>
                    <a:pt x="139732" y="282607"/>
                  </a:lnTo>
                  <a:cubicBezTo>
                    <a:pt x="166021" y="282607"/>
                    <a:pt x="187357" y="303943"/>
                    <a:pt x="187357" y="330232"/>
                  </a:cubicBezTo>
                  <a:lnTo>
                    <a:pt x="187357" y="422339"/>
                  </a:lnTo>
                  <a:cubicBezTo>
                    <a:pt x="187357" y="448628"/>
                    <a:pt x="208693" y="469964"/>
                    <a:pt x="234982" y="469964"/>
                  </a:cubicBezTo>
                  <a:lnTo>
                    <a:pt x="234982" y="469964"/>
                  </a:lnTo>
                  <a:cubicBezTo>
                    <a:pt x="261271" y="469964"/>
                    <a:pt x="282607" y="448628"/>
                    <a:pt x="282607" y="422339"/>
                  </a:cubicBezTo>
                  <a:lnTo>
                    <a:pt x="282607" y="330232"/>
                  </a:lnTo>
                  <a:cubicBezTo>
                    <a:pt x="282607" y="303943"/>
                    <a:pt x="303943" y="282607"/>
                    <a:pt x="330232" y="282607"/>
                  </a:cubicBezTo>
                  <a:lnTo>
                    <a:pt x="422339" y="282607"/>
                  </a:lnTo>
                  <a:cubicBezTo>
                    <a:pt x="448628" y="282607"/>
                    <a:pt x="469964" y="261271"/>
                    <a:pt x="469964" y="234982"/>
                  </a:cubicBezTo>
                  <a:lnTo>
                    <a:pt x="469964" y="234982"/>
                  </a:lnTo>
                  <a:cubicBezTo>
                    <a:pt x="470059" y="208693"/>
                    <a:pt x="448723" y="187357"/>
                    <a:pt x="422434" y="187357"/>
                  </a:cubicBezTo>
                  <a:close/>
                </a:path>
              </a:pathLst>
            </a:custGeom>
            <a:gradFill>
              <a:gsLst>
                <a:gs pos="0">
                  <a:srgbClr val="A58DFB"/>
                </a:gs>
                <a:gs pos="50000">
                  <a:srgbClr val="C6B9FB"/>
                </a:gs>
                <a:gs pos="100000">
                  <a:srgbClr val="E3DDFD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95" name="Google Shape;95;p148"/>
          <p:cNvSpPr/>
          <p:nvPr/>
        </p:nvSpPr>
        <p:spPr>
          <a:xfrm rot="-3671996">
            <a:off x="4011847" y="6514904"/>
            <a:ext cx="313428" cy="313428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gradFill>
            <a:gsLst>
              <a:gs pos="0">
                <a:srgbClr val="A58DFB"/>
              </a:gs>
              <a:gs pos="50000">
                <a:srgbClr val="C6B9FB"/>
              </a:gs>
              <a:gs pos="100000">
                <a:srgbClr val="E3DDFD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6" name="Google Shape;96;p148" descr="A black and grey logo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b="37276"/>
          <a:stretch/>
        </p:blipFill>
        <p:spPr>
          <a:xfrm>
            <a:off x="10753548" y="182886"/>
            <a:ext cx="456976" cy="160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5564" y="158857"/>
            <a:ext cx="882798" cy="22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Content">
  <p:cSld name="04 Content">
    <p:bg>
      <p:bgPr>
        <a:gradFill>
          <a:gsLst>
            <a:gs pos="0">
              <a:schemeClr val="lt1"/>
            </a:gs>
            <a:gs pos="44000">
              <a:srgbClr val="703DDA">
                <a:alpha val="43137"/>
              </a:srgbClr>
            </a:gs>
            <a:gs pos="82000">
              <a:srgbClr val="703DDA"/>
            </a:gs>
            <a:gs pos="100000">
              <a:srgbClr val="703DDA"/>
            </a:gs>
          </a:gsLst>
          <a:lin ang="2700000" scaled="0"/>
        </a:gra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0"/>
          <p:cNvSpPr/>
          <p:nvPr/>
        </p:nvSpPr>
        <p:spPr>
          <a:xfrm>
            <a:off x="784829" y="816748"/>
            <a:ext cx="10943630" cy="5266560"/>
          </a:xfrm>
          <a:prstGeom prst="round2SameRect">
            <a:avLst>
              <a:gd name="adj1" fmla="val 7061"/>
              <a:gd name="adj2" fmla="val 8028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0" name="Google Shape;100;p150"/>
          <p:cNvCxnSpPr/>
          <p:nvPr/>
        </p:nvCxnSpPr>
        <p:spPr>
          <a:xfrm>
            <a:off x="11252198" y="6671733"/>
            <a:ext cx="502920" cy="0"/>
          </a:xfrm>
          <a:prstGeom prst="straightConnector1">
            <a:avLst/>
          </a:prstGeom>
          <a:noFill/>
          <a:ln w="19050" cap="flat" cmpd="sng">
            <a:solidFill>
              <a:srgbClr val="B69CEC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01" name="Google Shape;101;p150"/>
          <p:cNvSpPr/>
          <p:nvPr/>
        </p:nvSpPr>
        <p:spPr>
          <a:xfrm rot="6737119">
            <a:off x="11116780" y="6142594"/>
            <a:ext cx="270836" cy="270836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gradFill>
            <a:gsLst>
              <a:gs pos="0">
                <a:srgbClr val="A58DFB"/>
              </a:gs>
              <a:gs pos="50000">
                <a:srgbClr val="C6B9FB"/>
              </a:gs>
              <a:gs pos="100000">
                <a:srgbClr val="E3DDF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02" name="Google Shape;102;p150"/>
          <p:cNvGrpSpPr/>
          <p:nvPr/>
        </p:nvGrpSpPr>
        <p:grpSpPr>
          <a:xfrm rot="5400000">
            <a:off x="-62742" y="62740"/>
            <a:ext cx="1154183" cy="1028700"/>
            <a:chOff x="139002" y="5063214"/>
            <a:chExt cx="2010656" cy="1792057"/>
          </a:xfrm>
        </p:grpSpPr>
        <p:sp>
          <p:nvSpPr>
            <p:cNvPr id="103" name="Google Shape;103;p150"/>
            <p:cNvSpPr/>
            <p:nvPr/>
          </p:nvSpPr>
          <p:spPr>
            <a:xfrm>
              <a:off x="352708" y="5373734"/>
              <a:ext cx="1796950" cy="1481537"/>
            </a:xfrm>
            <a:custGeom>
              <a:avLst/>
              <a:gdLst/>
              <a:ahLst/>
              <a:cxnLst/>
              <a:rect l="l" t="t" r="r" b="b"/>
              <a:pathLst>
                <a:path w="3648630" h="3008197" extrusionOk="0">
                  <a:moveTo>
                    <a:pt x="2251169" y="778"/>
                  </a:moveTo>
                  <a:cubicBezTo>
                    <a:pt x="2351190" y="7847"/>
                    <a:pt x="2446029" y="62857"/>
                    <a:pt x="2499938" y="156230"/>
                  </a:cubicBezTo>
                  <a:lnTo>
                    <a:pt x="3606731" y="2073253"/>
                  </a:lnTo>
                  <a:cubicBezTo>
                    <a:pt x="3692986" y="2222650"/>
                    <a:pt x="3641798" y="2413683"/>
                    <a:pt x="3492401" y="2499938"/>
                  </a:cubicBezTo>
                  <a:lnTo>
                    <a:pt x="2612070" y="3008197"/>
                  </a:lnTo>
                  <a:lnTo>
                    <a:pt x="869139" y="3008197"/>
                  </a:lnTo>
                  <a:lnTo>
                    <a:pt x="41900" y="1575379"/>
                  </a:lnTo>
                  <a:cubicBezTo>
                    <a:pt x="-44354" y="1425982"/>
                    <a:pt x="6833" y="1234948"/>
                    <a:pt x="156230" y="1148694"/>
                  </a:cubicBezTo>
                  <a:lnTo>
                    <a:pt x="2073253" y="41900"/>
                  </a:lnTo>
                  <a:cubicBezTo>
                    <a:pt x="2129277" y="9555"/>
                    <a:pt x="2191156" y="-3463"/>
                    <a:pt x="2251169" y="778"/>
                  </a:cubicBezTo>
                  <a:close/>
                </a:path>
              </a:pathLst>
            </a:custGeom>
            <a:gradFill>
              <a:gsLst>
                <a:gs pos="0">
                  <a:srgbClr val="A58DFB"/>
                </a:gs>
                <a:gs pos="50000">
                  <a:srgbClr val="C6B9FB"/>
                </a:gs>
                <a:gs pos="100000">
                  <a:srgbClr val="E3DDFD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04" name="Google Shape;104;p150"/>
            <p:cNvSpPr/>
            <p:nvPr/>
          </p:nvSpPr>
          <p:spPr>
            <a:xfrm rot="3431410">
              <a:off x="232265" y="5156477"/>
              <a:ext cx="487871" cy="487871"/>
            </a:xfrm>
            <a:custGeom>
              <a:avLst/>
              <a:gdLst/>
              <a:ahLst/>
              <a:cxnLst/>
              <a:rect l="l" t="t" r="r" b="b"/>
              <a:pathLst>
                <a:path w="469963" h="469963" extrusionOk="0">
                  <a:moveTo>
                    <a:pt x="422434" y="187357"/>
                  </a:moveTo>
                  <a:lnTo>
                    <a:pt x="330327" y="187357"/>
                  </a:lnTo>
                  <a:cubicBezTo>
                    <a:pt x="304038" y="187357"/>
                    <a:pt x="282702" y="166021"/>
                    <a:pt x="282702" y="139732"/>
                  </a:cubicBezTo>
                  <a:lnTo>
                    <a:pt x="282702" y="47625"/>
                  </a:lnTo>
                  <a:cubicBezTo>
                    <a:pt x="282702" y="21336"/>
                    <a:pt x="261366" y="0"/>
                    <a:pt x="235077" y="0"/>
                  </a:cubicBezTo>
                  <a:lnTo>
                    <a:pt x="235077" y="0"/>
                  </a:lnTo>
                  <a:cubicBezTo>
                    <a:pt x="208788" y="0"/>
                    <a:pt x="187452" y="21336"/>
                    <a:pt x="187452" y="47625"/>
                  </a:cubicBezTo>
                  <a:lnTo>
                    <a:pt x="187452" y="139732"/>
                  </a:lnTo>
                  <a:cubicBezTo>
                    <a:pt x="187452" y="166021"/>
                    <a:pt x="166116" y="187357"/>
                    <a:pt x="139827" y="187357"/>
                  </a:cubicBezTo>
                  <a:lnTo>
                    <a:pt x="47625" y="187357"/>
                  </a:lnTo>
                  <a:cubicBezTo>
                    <a:pt x="21336" y="187357"/>
                    <a:pt x="0" y="208693"/>
                    <a:pt x="0" y="234982"/>
                  </a:cubicBezTo>
                  <a:lnTo>
                    <a:pt x="0" y="234982"/>
                  </a:lnTo>
                  <a:cubicBezTo>
                    <a:pt x="0" y="261271"/>
                    <a:pt x="21336" y="282607"/>
                    <a:pt x="47625" y="282607"/>
                  </a:cubicBezTo>
                  <a:lnTo>
                    <a:pt x="139732" y="282607"/>
                  </a:lnTo>
                  <a:cubicBezTo>
                    <a:pt x="166021" y="282607"/>
                    <a:pt x="187357" y="303943"/>
                    <a:pt x="187357" y="330232"/>
                  </a:cubicBezTo>
                  <a:lnTo>
                    <a:pt x="187357" y="422339"/>
                  </a:lnTo>
                  <a:cubicBezTo>
                    <a:pt x="187357" y="448628"/>
                    <a:pt x="208693" y="469964"/>
                    <a:pt x="234982" y="469964"/>
                  </a:cubicBezTo>
                  <a:lnTo>
                    <a:pt x="234982" y="469964"/>
                  </a:lnTo>
                  <a:cubicBezTo>
                    <a:pt x="261271" y="469964"/>
                    <a:pt x="282607" y="448628"/>
                    <a:pt x="282607" y="422339"/>
                  </a:cubicBezTo>
                  <a:lnTo>
                    <a:pt x="282607" y="330232"/>
                  </a:lnTo>
                  <a:cubicBezTo>
                    <a:pt x="282607" y="303943"/>
                    <a:pt x="303943" y="282607"/>
                    <a:pt x="330232" y="282607"/>
                  </a:cubicBezTo>
                  <a:lnTo>
                    <a:pt x="422339" y="282607"/>
                  </a:lnTo>
                  <a:cubicBezTo>
                    <a:pt x="448628" y="282607"/>
                    <a:pt x="469964" y="261271"/>
                    <a:pt x="469964" y="234982"/>
                  </a:cubicBezTo>
                  <a:lnTo>
                    <a:pt x="469964" y="234982"/>
                  </a:lnTo>
                  <a:cubicBezTo>
                    <a:pt x="470059" y="208693"/>
                    <a:pt x="448723" y="187357"/>
                    <a:pt x="422434" y="187357"/>
                  </a:cubicBezTo>
                  <a:close/>
                </a:path>
              </a:pathLst>
            </a:custGeom>
            <a:gradFill>
              <a:gsLst>
                <a:gs pos="0">
                  <a:srgbClr val="A58DFB"/>
                </a:gs>
                <a:gs pos="50000">
                  <a:srgbClr val="C6B9FB"/>
                </a:gs>
                <a:gs pos="100000">
                  <a:srgbClr val="E3DDFD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05" name="Google Shape;105;p150"/>
          <p:cNvSpPr/>
          <p:nvPr/>
        </p:nvSpPr>
        <p:spPr>
          <a:xfrm rot="-1173915">
            <a:off x="280272" y="5922425"/>
            <a:ext cx="357861" cy="357861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50"/>
          <p:cNvSpPr txBox="1">
            <a:spLocks noGrp="1"/>
          </p:cNvSpPr>
          <p:nvPr>
            <p:ph type="body" idx="1"/>
          </p:nvPr>
        </p:nvSpPr>
        <p:spPr>
          <a:xfrm>
            <a:off x="1038858" y="1035654"/>
            <a:ext cx="10464800" cy="4828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07" name="Google Shape;107;p150"/>
          <p:cNvSpPr txBox="1">
            <a:spLocks noGrp="1"/>
          </p:cNvSpPr>
          <p:nvPr>
            <p:ph type="sldNum" idx="12"/>
          </p:nvPr>
        </p:nvSpPr>
        <p:spPr>
          <a:xfrm>
            <a:off x="9314894" y="648029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8" name="Google Shape;108;p150" descr="A black and grey logo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b="37276"/>
          <a:stretch/>
        </p:blipFill>
        <p:spPr>
          <a:xfrm>
            <a:off x="10753548" y="182886"/>
            <a:ext cx="456976" cy="160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5564" y="158857"/>
            <a:ext cx="882798" cy="22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1"/>
          <p:cNvPicPr preferRelativeResize="0"/>
          <p:nvPr/>
        </p:nvPicPr>
        <p:blipFill rotWithShape="1">
          <a:blip r:embed="rId2">
            <a:alphaModFix amt="8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69CEC"/>
              </a:gs>
              <a:gs pos="100000">
                <a:schemeClr val="lt1"/>
              </a:gs>
            </a:gsLst>
            <a:lin ang="1800004" scaled="0"/>
          </a:gradFill>
          <a:ln>
            <a:noFill/>
          </a:ln>
        </p:spPr>
      </p:pic>
      <p:cxnSp>
        <p:nvCxnSpPr>
          <p:cNvPr id="112" name="Google Shape;112;p151"/>
          <p:cNvCxnSpPr/>
          <p:nvPr/>
        </p:nvCxnSpPr>
        <p:spPr>
          <a:xfrm>
            <a:off x="11252198" y="6671733"/>
            <a:ext cx="502920" cy="0"/>
          </a:xfrm>
          <a:prstGeom prst="straightConnector1">
            <a:avLst/>
          </a:prstGeom>
          <a:noFill/>
          <a:ln w="19050" cap="flat" cmpd="sng">
            <a:solidFill>
              <a:srgbClr val="703DDA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13" name="Google Shape;113;p151"/>
          <p:cNvSpPr/>
          <p:nvPr/>
        </p:nvSpPr>
        <p:spPr>
          <a:xfrm>
            <a:off x="0" y="6782668"/>
            <a:ext cx="12192000" cy="85060"/>
          </a:xfrm>
          <a:prstGeom prst="rect">
            <a:avLst/>
          </a:prstGeom>
          <a:solidFill>
            <a:srgbClr val="703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151"/>
          <p:cNvSpPr/>
          <p:nvPr/>
        </p:nvSpPr>
        <p:spPr>
          <a:xfrm>
            <a:off x="513150" y="1372133"/>
            <a:ext cx="11121426" cy="4998187"/>
          </a:xfrm>
          <a:prstGeom prst="roundRect">
            <a:avLst>
              <a:gd name="adj" fmla="val 4224"/>
            </a:avLst>
          </a:prstGeom>
          <a:solidFill>
            <a:schemeClr val="lt1"/>
          </a:solidFill>
          <a:ln>
            <a:noFill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6213" marR="0" lvl="0" indent="-619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None/>
            </a:pPr>
            <a:endParaRPr sz="1800" b="0" i="0" u="none" strike="noStrike" cap="none">
              <a:solidFill>
                <a:srgbClr val="171717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5" name="Google Shape;115;p151"/>
          <p:cNvSpPr/>
          <p:nvPr/>
        </p:nvSpPr>
        <p:spPr>
          <a:xfrm>
            <a:off x="587375" y="578999"/>
            <a:ext cx="11017250" cy="637953"/>
          </a:xfrm>
          <a:prstGeom prst="roundRect">
            <a:avLst>
              <a:gd name="adj" fmla="val 50000"/>
            </a:avLst>
          </a:prstGeom>
          <a:solidFill>
            <a:srgbClr val="B69CEC">
              <a:alpha val="4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</a:pPr>
            <a:endParaRPr sz="2800" b="1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6" name="Google Shape;116;p151"/>
          <p:cNvSpPr txBox="1">
            <a:spLocks noGrp="1"/>
          </p:cNvSpPr>
          <p:nvPr>
            <p:ph type="body" idx="1"/>
          </p:nvPr>
        </p:nvSpPr>
        <p:spPr>
          <a:xfrm>
            <a:off x="745725" y="1610704"/>
            <a:ext cx="10656277" cy="450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7" name="Google Shape;117;p151"/>
          <p:cNvSpPr txBox="1">
            <a:spLocks noGrp="1"/>
          </p:cNvSpPr>
          <p:nvPr>
            <p:ph type="sldNum" idx="12"/>
          </p:nvPr>
        </p:nvSpPr>
        <p:spPr>
          <a:xfrm>
            <a:off x="9314894" y="648029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151"/>
          <p:cNvSpPr txBox="1">
            <a:spLocks noGrp="1"/>
          </p:cNvSpPr>
          <p:nvPr>
            <p:ph type="body" idx="2"/>
          </p:nvPr>
        </p:nvSpPr>
        <p:spPr>
          <a:xfrm>
            <a:off x="587375" y="578999"/>
            <a:ext cx="11017249" cy="637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pic>
        <p:nvPicPr>
          <p:cNvPr id="119" name="Google Shape;119;p151" descr="A black and grey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b="37276"/>
          <a:stretch/>
        </p:blipFill>
        <p:spPr>
          <a:xfrm>
            <a:off x="10753548" y="182886"/>
            <a:ext cx="456976" cy="160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25564" y="158857"/>
            <a:ext cx="882798" cy="22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Title and Sub">
  <p:cSld name="06 Title and Sub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2"/>
          <p:cNvSpPr/>
          <p:nvPr/>
        </p:nvSpPr>
        <p:spPr>
          <a:xfrm>
            <a:off x="0" y="0"/>
            <a:ext cx="12192000" cy="4859100"/>
          </a:xfrm>
          <a:prstGeom prst="rect">
            <a:avLst/>
          </a:prstGeom>
          <a:solidFill>
            <a:srgbClr val="B69CEC">
              <a:alpha val="4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23" name="Google Shape;123;p152"/>
          <p:cNvCxnSpPr/>
          <p:nvPr/>
        </p:nvCxnSpPr>
        <p:spPr>
          <a:xfrm>
            <a:off x="11252198" y="6671733"/>
            <a:ext cx="502920" cy="0"/>
          </a:xfrm>
          <a:prstGeom prst="straightConnector1">
            <a:avLst/>
          </a:prstGeom>
          <a:noFill/>
          <a:ln w="19050" cap="flat" cmpd="sng">
            <a:solidFill>
              <a:srgbClr val="703DDA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24" name="Google Shape;124;p152"/>
          <p:cNvSpPr txBox="1">
            <a:spLocks noGrp="1"/>
          </p:cNvSpPr>
          <p:nvPr>
            <p:ph type="sldNum" idx="12"/>
          </p:nvPr>
        </p:nvSpPr>
        <p:spPr>
          <a:xfrm>
            <a:off x="9314894" y="648029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5" name="Google Shape;125;p152" descr="BOI STEM++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93614" y="137695"/>
            <a:ext cx="566824" cy="213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2" descr="A black and grey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b="37276"/>
          <a:stretch/>
        </p:blipFill>
        <p:spPr>
          <a:xfrm>
            <a:off x="10966614" y="182886"/>
            <a:ext cx="456976" cy="16037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2"/>
          <p:cNvSpPr/>
          <p:nvPr/>
        </p:nvSpPr>
        <p:spPr>
          <a:xfrm>
            <a:off x="56485" y="2566214"/>
            <a:ext cx="393864" cy="393943"/>
          </a:xfrm>
          <a:custGeom>
            <a:avLst/>
            <a:gdLst/>
            <a:ahLst/>
            <a:cxnLst/>
            <a:rect l="l" t="t" r="r" b="b"/>
            <a:pathLst>
              <a:path w="474535" h="474630" extrusionOk="0">
                <a:moveTo>
                  <a:pt x="237268" y="474631"/>
                </a:moveTo>
                <a:cubicBezTo>
                  <a:pt x="106490" y="474631"/>
                  <a:pt x="0" y="368141"/>
                  <a:pt x="0" y="237268"/>
                </a:cubicBezTo>
                <a:cubicBezTo>
                  <a:pt x="0" y="106490"/>
                  <a:pt x="106490" y="0"/>
                  <a:pt x="237268" y="0"/>
                </a:cubicBezTo>
                <a:cubicBezTo>
                  <a:pt x="368141" y="0"/>
                  <a:pt x="474536" y="106490"/>
                  <a:pt x="474536" y="237268"/>
                </a:cubicBezTo>
                <a:cubicBezTo>
                  <a:pt x="474631" y="368141"/>
                  <a:pt x="368141" y="474631"/>
                  <a:pt x="237268" y="474631"/>
                </a:cubicBezTo>
                <a:close/>
                <a:moveTo>
                  <a:pt x="237268" y="66675"/>
                </a:moveTo>
                <a:cubicBezTo>
                  <a:pt x="143256" y="66675"/>
                  <a:pt x="66675" y="143256"/>
                  <a:pt x="66675" y="237268"/>
                </a:cubicBezTo>
                <a:cubicBezTo>
                  <a:pt x="66675" y="331280"/>
                  <a:pt x="143256" y="407861"/>
                  <a:pt x="237268" y="407861"/>
                </a:cubicBezTo>
                <a:cubicBezTo>
                  <a:pt x="331280" y="407861"/>
                  <a:pt x="407861" y="331280"/>
                  <a:pt x="407861" y="237268"/>
                </a:cubicBezTo>
                <a:cubicBezTo>
                  <a:pt x="407861" y="143256"/>
                  <a:pt x="331375" y="66675"/>
                  <a:pt x="237268" y="6667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152"/>
          <p:cNvSpPr/>
          <p:nvPr/>
        </p:nvSpPr>
        <p:spPr>
          <a:xfrm rot="-1173915">
            <a:off x="11620540" y="4384964"/>
            <a:ext cx="357861" cy="357861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152"/>
          <p:cNvSpPr/>
          <p:nvPr/>
        </p:nvSpPr>
        <p:spPr>
          <a:xfrm rot="1801764">
            <a:off x="9841119" y="-85465"/>
            <a:ext cx="3459664" cy="3517415"/>
          </a:xfrm>
          <a:custGeom>
            <a:avLst/>
            <a:gdLst/>
            <a:ahLst/>
            <a:cxnLst/>
            <a:rect l="l" t="t" r="r" b="b"/>
            <a:pathLst>
              <a:path w="3462739" h="3520541" extrusionOk="0">
                <a:moveTo>
                  <a:pt x="0" y="825700"/>
                </a:moveTo>
                <a:lnTo>
                  <a:pt x="1430154" y="0"/>
                </a:lnTo>
                <a:lnTo>
                  <a:pt x="3462739" y="3520541"/>
                </a:lnTo>
                <a:lnTo>
                  <a:pt x="252036" y="3520541"/>
                </a:lnTo>
                <a:cubicBezTo>
                  <a:pt x="112840" y="3520541"/>
                  <a:pt x="0" y="3407701"/>
                  <a:pt x="0" y="3268505"/>
                </a:cubicBezTo>
                <a:close/>
              </a:path>
            </a:pathLst>
          </a:custGeom>
          <a:gradFill>
            <a:gsLst>
              <a:gs pos="0">
                <a:srgbClr val="B69CEC"/>
              </a:gs>
              <a:gs pos="100000">
                <a:schemeClr val="lt1"/>
              </a:gs>
            </a:gsLst>
            <a:lin ang="180000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152"/>
          <p:cNvSpPr/>
          <p:nvPr/>
        </p:nvSpPr>
        <p:spPr>
          <a:xfrm rot="3806097">
            <a:off x="-29435" y="-479899"/>
            <a:ext cx="1722424" cy="2053178"/>
          </a:xfrm>
          <a:custGeom>
            <a:avLst/>
            <a:gdLst/>
            <a:ahLst/>
            <a:cxnLst/>
            <a:rect l="l" t="t" r="r" b="b"/>
            <a:pathLst>
              <a:path w="1721322" h="2051864" extrusionOk="0">
                <a:moveTo>
                  <a:pt x="0" y="1526066"/>
                </a:moveTo>
                <a:lnTo>
                  <a:pt x="763352" y="0"/>
                </a:lnTo>
                <a:lnTo>
                  <a:pt x="1495514" y="0"/>
                </a:lnTo>
                <a:cubicBezTo>
                  <a:pt x="1620224" y="0"/>
                  <a:pt x="1721322" y="101098"/>
                  <a:pt x="1721322" y="225808"/>
                </a:cubicBezTo>
                <a:lnTo>
                  <a:pt x="1721322" y="1826056"/>
                </a:lnTo>
                <a:cubicBezTo>
                  <a:pt x="1721322" y="1950766"/>
                  <a:pt x="1620224" y="2051864"/>
                  <a:pt x="1495514" y="2051864"/>
                </a:cubicBezTo>
                <a:lnTo>
                  <a:pt x="1051156" y="2051864"/>
                </a:lnTo>
                <a:close/>
              </a:path>
            </a:pathLst>
          </a:custGeom>
          <a:gradFill>
            <a:gsLst>
              <a:gs pos="0">
                <a:srgbClr val="B69CEC"/>
              </a:gs>
              <a:gs pos="100000">
                <a:schemeClr val="lt1"/>
              </a:gs>
            </a:gsLst>
            <a:lin ang="180000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152"/>
          <p:cNvSpPr/>
          <p:nvPr/>
        </p:nvSpPr>
        <p:spPr>
          <a:xfrm rot="-1173915">
            <a:off x="1686068" y="182670"/>
            <a:ext cx="357861" cy="357861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52"/>
          <p:cNvSpPr/>
          <p:nvPr/>
        </p:nvSpPr>
        <p:spPr>
          <a:xfrm>
            <a:off x="624185" y="1228454"/>
            <a:ext cx="10943630" cy="4780200"/>
          </a:xfrm>
          <a:prstGeom prst="round2SameRect">
            <a:avLst>
              <a:gd name="adj1" fmla="val 11106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52"/>
          <p:cNvSpPr txBox="1">
            <a:spLocks noGrp="1"/>
          </p:cNvSpPr>
          <p:nvPr>
            <p:ph type="body" idx="1"/>
          </p:nvPr>
        </p:nvSpPr>
        <p:spPr>
          <a:xfrm>
            <a:off x="1420813" y="2701925"/>
            <a:ext cx="9329737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0000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34" name="Google Shape;134;p152"/>
          <p:cNvSpPr>
            <a:spLocks noGrp="1"/>
          </p:cNvSpPr>
          <p:nvPr>
            <p:ph type="dgm" idx="2"/>
          </p:nvPr>
        </p:nvSpPr>
        <p:spPr>
          <a:xfrm>
            <a:off x="3758999" y="1792426"/>
            <a:ext cx="4673999" cy="889000"/>
          </a:xfrm>
          <a:prstGeom prst="roundRect">
            <a:avLst>
              <a:gd name="adj" fmla="val 33024"/>
            </a:avLst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pic>
        <p:nvPicPr>
          <p:cNvPr id="135" name="Google Shape;135;p152" descr="A black and grey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b="37276"/>
          <a:stretch/>
        </p:blipFill>
        <p:spPr>
          <a:xfrm>
            <a:off x="10753548" y="182886"/>
            <a:ext cx="456976" cy="160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25564" y="158857"/>
            <a:ext cx="882798" cy="22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0_Title Slide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53"/>
          <p:cNvPicPr preferRelativeResize="0"/>
          <p:nvPr/>
        </p:nvPicPr>
        <p:blipFill rotWithShape="1">
          <a:blip r:embed="rId2">
            <a:alphaModFix amt="45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3"/>
          <p:cNvSpPr/>
          <p:nvPr/>
        </p:nvSpPr>
        <p:spPr>
          <a:xfrm>
            <a:off x="587375" y="534477"/>
            <a:ext cx="11017250" cy="639762"/>
          </a:xfrm>
          <a:prstGeom prst="roundRect">
            <a:avLst>
              <a:gd name="adj" fmla="val 50000"/>
            </a:avLst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140" name="Google Shape;140;p153"/>
          <p:cNvCxnSpPr/>
          <p:nvPr/>
        </p:nvCxnSpPr>
        <p:spPr>
          <a:xfrm>
            <a:off x="11252198" y="6671733"/>
            <a:ext cx="502920" cy="0"/>
          </a:xfrm>
          <a:prstGeom prst="straightConnector1">
            <a:avLst/>
          </a:prstGeom>
          <a:noFill/>
          <a:ln w="19050" cap="flat" cmpd="sng">
            <a:solidFill>
              <a:srgbClr val="703DDA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41" name="Google Shape;141;p153"/>
          <p:cNvSpPr txBox="1">
            <a:spLocks noGrp="1"/>
          </p:cNvSpPr>
          <p:nvPr>
            <p:ph type="sldNum" idx="12"/>
          </p:nvPr>
        </p:nvSpPr>
        <p:spPr>
          <a:xfrm>
            <a:off x="9314894" y="648029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153"/>
          <p:cNvSpPr/>
          <p:nvPr/>
        </p:nvSpPr>
        <p:spPr>
          <a:xfrm rot="-5400000">
            <a:off x="10804199" y="3543290"/>
            <a:ext cx="2434500" cy="34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Open Sans"/>
              <a:buNone/>
            </a:pPr>
            <a:endParaRPr sz="1867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153"/>
          <p:cNvSpPr/>
          <p:nvPr/>
        </p:nvSpPr>
        <p:spPr>
          <a:xfrm rot="5400000">
            <a:off x="-1046550" y="3543290"/>
            <a:ext cx="2434500" cy="34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Open Sans"/>
              <a:buNone/>
            </a:pPr>
            <a:endParaRPr sz="1867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153"/>
          <p:cNvSpPr txBox="1">
            <a:spLocks noGrp="1"/>
          </p:cNvSpPr>
          <p:nvPr>
            <p:ph type="body" idx="1"/>
          </p:nvPr>
        </p:nvSpPr>
        <p:spPr>
          <a:xfrm>
            <a:off x="587226" y="542812"/>
            <a:ext cx="11017250" cy="631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pic>
        <p:nvPicPr>
          <p:cNvPr id="145" name="Google Shape;145;p153" descr="A black and grey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b="37276"/>
          <a:stretch/>
        </p:blipFill>
        <p:spPr>
          <a:xfrm>
            <a:off x="10753548" y="182886"/>
            <a:ext cx="456976" cy="160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25564" y="158857"/>
            <a:ext cx="882798" cy="22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01 Agenda">
  <p:cSld name="1_01 Agenda">
    <p:bg>
      <p:bgPr>
        <a:solidFill>
          <a:schemeClr val="lt1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4"/>
          <p:cNvSpPr>
            <a:spLocks noGrp="1"/>
          </p:cNvSpPr>
          <p:nvPr>
            <p:ph type="dgm" idx="2"/>
          </p:nvPr>
        </p:nvSpPr>
        <p:spPr>
          <a:xfrm>
            <a:off x="281147" y="891124"/>
            <a:ext cx="11473971" cy="762000"/>
          </a:xfrm>
          <a:prstGeom prst="roundRect">
            <a:avLst>
              <a:gd name="adj" fmla="val 16667"/>
            </a:avLst>
          </a:prstGeom>
          <a:solidFill>
            <a:srgbClr val="703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cxnSp>
        <p:nvCxnSpPr>
          <p:cNvPr id="149" name="Google Shape;149;p154"/>
          <p:cNvCxnSpPr/>
          <p:nvPr/>
        </p:nvCxnSpPr>
        <p:spPr>
          <a:xfrm>
            <a:off x="11252198" y="6671733"/>
            <a:ext cx="502920" cy="0"/>
          </a:xfrm>
          <a:prstGeom prst="straightConnector1">
            <a:avLst/>
          </a:prstGeom>
          <a:noFill/>
          <a:ln w="19050" cap="flat" cmpd="sng">
            <a:solidFill>
              <a:srgbClr val="703DDA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50" name="Google Shape;150;p154"/>
          <p:cNvSpPr txBox="1">
            <a:spLocks noGrp="1"/>
          </p:cNvSpPr>
          <p:nvPr>
            <p:ph type="sldNum" idx="12"/>
          </p:nvPr>
        </p:nvSpPr>
        <p:spPr>
          <a:xfrm>
            <a:off x="9314894" y="648029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154"/>
          <p:cNvSpPr/>
          <p:nvPr/>
        </p:nvSpPr>
        <p:spPr>
          <a:xfrm>
            <a:off x="-1" y="152799"/>
            <a:ext cx="2601157" cy="533146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514350" marR="0" lvl="0" indent="-5143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154"/>
          <p:cNvSpPr>
            <a:spLocks noGrp="1"/>
          </p:cNvSpPr>
          <p:nvPr>
            <p:ph type="dgm" idx="3"/>
          </p:nvPr>
        </p:nvSpPr>
        <p:spPr>
          <a:xfrm>
            <a:off x="281147" y="1844565"/>
            <a:ext cx="11473971" cy="762000"/>
          </a:xfrm>
          <a:prstGeom prst="roundRect">
            <a:avLst>
              <a:gd name="adj" fmla="val 16667"/>
            </a:avLst>
          </a:prstGeom>
          <a:solidFill>
            <a:srgbClr val="703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153" name="Google Shape;153;p154"/>
          <p:cNvSpPr>
            <a:spLocks noGrp="1"/>
          </p:cNvSpPr>
          <p:nvPr>
            <p:ph type="dgm" idx="4"/>
          </p:nvPr>
        </p:nvSpPr>
        <p:spPr>
          <a:xfrm>
            <a:off x="281147" y="2798006"/>
            <a:ext cx="11473971" cy="762000"/>
          </a:xfrm>
          <a:prstGeom prst="roundRect">
            <a:avLst>
              <a:gd name="adj" fmla="val 16667"/>
            </a:avLst>
          </a:prstGeom>
          <a:solidFill>
            <a:srgbClr val="703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154" name="Google Shape;154;p154"/>
          <p:cNvSpPr>
            <a:spLocks noGrp="1"/>
          </p:cNvSpPr>
          <p:nvPr>
            <p:ph type="dgm" idx="5"/>
          </p:nvPr>
        </p:nvSpPr>
        <p:spPr>
          <a:xfrm>
            <a:off x="281147" y="3751447"/>
            <a:ext cx="11473971" cy="762000"/>
          </a:xfrm>
          <a:prstGeom prst="roundRect">
            <a:avLst>
              <a:gd name="adj" fmla="val 16667"/>
            </a:avLst>
          </a:prstGeom>
          <a:solidFill>
            <a:srgbClr val="703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155" name="Google Shape;155;p154"/>
          <p:cNvSpPr>
            <a:spLocks noGrp="1"/>
          </p:cNvSpPr>
          <p:nvPr>
            <p:ph type="dgm" idx="6"/>
          </p:nvPr>
        </p:nvSpPr>
        <p:spPr>
          <a:xfrm>
            <a:off x="281147" y="4701329"/>
            <a:ext cx="11473971" cy="762000"/>
          </a:xfrm>
          <a:prstGeom prst="roundRect">
            <a:avLst>
              <a:gd name="adj" fmla="val 16667"/>
            </a:avLst>
          </a:prstGeom>
          <a:solidFill>
            <a:srgbClr val="703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156" name="Google Shape;156;p154"/>
          <p:cNvSpPr>
            <a:spLocks noGrp="1"/>
          </p:cNvSpPr>
          <p:nvPr>
            <p:ph type="dgm" idx="7"/>
          </p:nvPr>
        </p:nvSpPr>
        <p:spPr>
          <a:xfrm>
            <a:off x="281147" y="5656881"/>
            <a:ext cx="11473971" cy="762000"/>
          </a:xfrm>
          <a:prstGeom prst="roundRect">
            <a:avLst>
              <a:gd name="adj" fmla="val 16667"/>
            </a:avLst>
          </a:prstGeom>
          <a:solidFill>
            <a:srgbClr val="703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157" name="Google Shape;157;p154"/>
          <p:cNvSpPr>
            <a:spLocks noGrp="1"/>
          </p:cNvSpPr>
          <p:nvPr>
            <p:ph type="dgm" idx="8"/>
          </p:nvPr>
        </p:nvSpPr>
        <p:spPr>
          <a:xfrm>
            <a:off x="460427" y="975493"/>
            <a:ext cx="615950" cy="585787"/>
          </a:xfrm>
          <a:prstGeom prst="ellipse">
            <a:avLst/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158" name="Google Shape;158;p154"/>
          <p:cNvSpPr>
            <a:spLocks noGrp="1"/>
          </p:cNvSpPr>
          <p:nvPr>
            <p:ph type="dgm" idx="9"/>
          </p:nvPr>
        </p:nvSpPr>
        <p:spPr>
          <a:xfrm>
            <a:off x="460427" y="1926518"/>
            <a:ext cx="615950" cy="585787"/>
          </a:xfrm>
          <a:prstGeom prst="ellipse">
            <a:avLst/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159" name="Google Shape;159;p154"/>
          <p:cNvSpPr>
            <a:spLocks noGrp="1"/>
          </p:cNvSpPr>
          <p:nvPr>
            <p:ph type="dgm" idx="13"/>
          </p:nvPr>
        </p:nvSpPr>
        <p:spPr>
          <a:xfrm>
            <a:off x="460427" y="2886112"/>
            <a:ext cx="615950" cy="585787"/>
          </a:xfrm>
          <a:prstGeom prst="ellipse">
            <a:avLst/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160" name="Google Shape;160;p154"/>
          <p:cNvSpPr>
            <a:spLocks noGrp="1"/>
          </p:cNvSpPr>
          <p:nvPr>
            <p:ph type="dgm" idx="14"/>
          </p:nvPr>
        </p:nvSpPr>
        <p:spPr>
          <a:xfrm>
            <a:off x="461421" y="3839553"/>
            <a:ext cx="615950" cy="585787"/>
          </a:xfrm>
          <a:prstGeom prst="ellipse">
            <a:avLst/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161" name="Google Shape;161;p154"/>
          <p:cNvSpPr>
            <a:spLocks noGrp="1"/>
          </p:cNvSpPr>
          <p:nvPr>
            <p:ph type="dgm" idx="15"/>
          </p:nvPr>
        </p:nvSpPr>
        <p:spPr>
          <a:xfrm>
            <a:off x="460427" y="4789435"/>
            <a:ext cx="615950" cy="585787"/>
          </a:xfrm>
          <a:prstGeom prst="ellipse">
            <a:avLst/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162" name="Google Shape;162;p154"/>
          <p:cNvSpPr>
            <a:spLocks noGrp="1"/>
          </p:cNvSpPr>
          <p:nvPr>
            <p:ph type="dgm" idx="16"/>
          </p:nvPr>
        </p:nvSpPr>
        <p:spPr>
          <a:xfrm>
            <a:off x="462234" y="5744987"/>
            <a:ext cx="615950" cy="585787"/>
          </a:xfrm>
          <a:prstGeom prst="ellipse">
            <a:avLst/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91425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163" name="Google Shape;163;p154"/>
          <p:cNvSpPr/>
          <p:nvPr/>
        </p:nvSpPr>
        <p:spPr>
          <a:xfrm rot="-7547212">
            <a:off x="9439754" y="179849"/>
            <a:ext cx="167530" cy="167530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gradFill>
            <a:gsLst>
              <a:gs pos="0">
                <a:srgbClr val="A58DFB"/>
              </a:gs>
              <a:gs pos="50000">
                <a:srgbClr val="C6B9FB"/>
              </a:gs>
              <a:gs pos="100000">
                <a:srgbClr val="E3DDF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64" name="Google Shape;164;p154"/>
          <p:cNvGrpSpPr/>
          <p:nvPr/>
        </p:nvGrpSpPr>
        <p:grpSpPr>
          <a:xfrm rot="10800000">
            <a:off x="9814663" y="-17561"/>
            <a:ext cx="930923" cy="829713"/>
            <a:chOff x="139002" y="5063214"/>
            <a:chExt cx="2010656" cy="1792057"/>
          </a:xfrm>
        </p:grpSpPr>
        <p:sp>
          <p:nvSpPr>
            <p:cNvPr id="165" name="Google Shape;165;p154"/>
            <p:cNvSpPr/>
            <p:nvPr/>
          </p:nvSpPr>
          <p:spPr>
            <a:xfrm>
              <a:off x="352708" y="5373734"/>
              <a:ext cx="1796950" cy="1481537"/>
            </a:xfrm>
            <a:custGeom>
              <a:avLst/>
              <a:gdLst/>
              <a:ahLst/>
              <a:cxnLst/>
              <a:rect l="l" t="t" r="r" b="b"/>
              <a:pathLst>
                <a:path w="3648630" h="3008197" extrusionOk="0">
                  <a:moveTo>
                    <a:pt x="2251169" y="778"/>
                  </a:moveTo>
                  <a:cubicBezTo>
                    <a:pt x="2351190" y="7847"/>
                    <a:pt x="2446029" y="62857"/>
                    <a:pt x="2499938" y="156230"/>
                  </a:cubicBezTo>
                  <a:lnTo>
                    <a:pt x="3606731" y="2073253"/>
                  </a:lnTo>
                  <a:cubicBezTo>
                    <a:pt x="3692986" y="2222650"/>
                    <a:pt x="3641798" y="2413683"/>
                    <a:pt x="3492401" y="2499938"/>
                  </a:cubicBezTo>
                  <a:lnTo>
                    <a:pt x="2612070" y="3008197"/>
                  </a:lnTo>
                  <a:lnTo>
                    <a:pt x="869139" y="3008197"/>
                  </a:lnTo>
                  <a:lnTo>
                    <a:pt x="41900" y="1575379"/>
                  </a:lnTo>
                  <a:cubicBezTo>
                    <a:pt x="-44354" y="1425982"/>
                    <a:pt x="6833" y="1234948"/>
                    <a:pt x="156230" y="1148694"/>
                  </a:cubicBezTo>
                  <a:lnTo>
                    <a:pt x="2073253" y="41900"/>
                  </a:lnTo>
                  <a:cubicBezTo>
                    <a:pt x="2129277" y="9555"/>
                    <a:pt x="2191156" y="-3463"/>
                    <a:pt x="2251169" y="778"/>
                  </a:cubicBezTo>
                  <a:close/>
                </a:path>
              </a:pathLst>
            </a:custGeom>
            <a:gradFill>
              <a:gsLst>
                <a:gs pos="0">
                  <a:srgbClr val="A58DFB"/>
                </a:gs>
                <a:gs pos="50000">
                  <a:srgbClr val="C6B9FB"/>
                </a:gs>
                <a:gs pos="100000">
                  <a:srgbClr val="E3DDFD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6" name="Google Shape;166;p154"/>
            <p:cNvSpPr/>
            <p:nvPr/>
          </p:nvSpPr>
          <p:spPr>
            <a:xfrm rot="3431410">
              <a:off x="232265" y="5156477"/>
              <a:ext cx="487871" cy="487871"/>
            </a:xfrm>
            <a:custGeom>
              <a:avLst/>
              <a:gdLst/>
              <a:ahLst/>
              <a:cxnLst/>
              <a:rect l="l" t="t" r="r" b="b"/>
              <a:pathLst>
                <a:path w="469963" h="469963" extrusionOk="0">
                  <a:moveTo>
                    <a:pt x="422434" y="187357"/>
                  </a:moveTo>
                  <a:lnTo>
                    <a:pt x="330327" y="187357"/>
                  </a:lnTo>
                  <a:cubicBezTo>
                    <a:pt x="304038" y="187357"/>
                    <a:pt x="282702" y="166021"/>
                    <a:pt x="282702" y="139732"/>
                  </a:cubicBezTo>
                  <a:lnTo>
                    <a:pt x="282702" y="47625"/>
                  </a:lnTo>
                  <a:cubicBezTo>
                    <a:pt x="282702" y="21336"/>
                    <a:pt x="261366" y="0"/>
                    <a:pt x="235077" y="0"/>
                  </a:cubicBezTo>
                  <a:lnTo>
                    <a:pt x="235077" y="0"/>
                  </a:lnTo>
                  <a:cubicBezTo>
                    <a:pt x="208788" y="0"/>
                    <a:pt x="187452" y="21336"/>
                    <a:pt x="187452" y="47625"/>
                  </a:cubicBezTo>
                  <a:lnTo>
                    <a:pt x="187452" y="139732"/>
                  </a:lnTo>
                  <a:cubicBezTo>
                    <a:pt x="187452" y="166021"/>
                    <a:pt x="166116" y="187357"/>
                    <a:pt x="139827" y="187357"/>
                  </a:cubicBezTo>
                  <a:lnTo>
                    <a:pt x="47625" y="187357"/>
                  </a:lnTo>
                  <a:cubicBezTo>
                    <a:pt x="21336" y="187357"/>
                    <a:pt x="0" y="208693"/>
                    <a:pt x="0" y="234982"/>
                  </a:cubicBezTo>
                  <a:lnTo>
                    <a:pt x="0" y="234982"/>
                  </a:lnTo>
                  <a:cubicBezTo>
                    <a:pt x="0" y="261271"/>
                    <a:pt x="21336" y="282607"/>
                    <a:pt x="47625" y="282607"/>
                  </a:cubicBezTo>
                  <a:lnTo>
                    <a:pt x="139732" y="282607"/>
                  </a:lnTo>
                  <a:cubicBezTo>
                    <a:pt x="166021" y="282607"/>
                    <a:pt x="187357" y="303943"/>
                    <a:pt x="187357" y="330232"/>
                  </a:cubicBezTo>
                  <a:lnTo>
                    <a:pt x="187357" y="422339"/>
                  </a:lnTo>
                  <a:cubicBezTo>
                    <a:pt x="187357" y="448628"/>
                    <a:pt x="208693" y="469964"/>
                    <a:pt x="234982" y="469964"/>
                  </a:cubicBezTo>
                  <a:lnTo>
                    <a:pt x="234982" y="469964"/>
                  </a:lnTo>
                  <a:cubicBezTo>
                    <a:pt x="261271" y="469964"/>
                    <a:pt x="282607" y="448628"/>
                    <a:pt x="282607" y="422339"/>
                  </a:cubicBezTo>
                  <a:lnTo>
                    <a:pt x="282607" y="330232"/>
                  </a:lnTo>
                  <a:cubicBezTo>
                    <a:pt x="282607" y="303943"/>
                    <a:pt x="303943" y="282607"/>
                    <a:pt x="330232" y="282607"/>
                  </a:cubicBezTo>
                  <a:lnTo>
                    <a:pt x="422339" y="282607"/>
                  </a:lnTo>
                  <a:cubicBezTo>
                    <a:pt x="448628" y="282607"/>
                    <a:pt x="469964" y="261271"/>
                    <a:pt x="469964" y="234982"/>
                  </a:cubicBezTo>
                  <a:lnTo>
                    <a:pt x="469964" y="234982"/>
                  </a:lnTo>
                  <a:cubicBezTo>
                    <a:pt x="470059" y="208693"/>
                    <a:pt x="448723" y="187357"/>
                    <a:pt x="422434" y="187357"/>
                  </a:cubicBezTo>
                  <a:close/>
                </a:path>
              </a:pathLst>
            </a:custGeom>
            <a:gradFill>
              <a:gsLst>
                <a:gs pos="0">
                  <a:srgbClr val="A58DFB"/>
                </a:gs>
                <a:gs pos="50000">
                  <a:srgbClr val="C6B9FB"/>
                </a:gs>
                <a:gs pos="100000">
                  <a:srgbClr val="E3DDFD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67" name="Google Shape;167;p154"/>
          <p:cNvSpPr/>
          <p:nvPr/>
        </p:nvSpPr>
        <p:spPr>
          <a:xfrm rot="-3671996">
            <a:off x="4011847" y="6514904"/>
            <a:ext cx="313428" cy="313428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gradFill>
            <a:gsLst>
              <a:gs pos="0">
                <a:srgbClr val="A58DFB"/>
              </a:gs>
              <a:gs pos="50000">
                <a:srgbClr val="C6B9FB"/>
              </a:gs>
              <a:gs pos="100000">
                <a:srgbClr val="E3DDFD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8" name="Google Shape;168;p154" descr="A black and grey logo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b="37276"/>
          <a:stretch/>
        </p:blipFill>
        <p:spPr>
          <a:xfrm>
            <a:off x="10753548" y="182886"/>
            <a:ext cx="456976" cy="160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5564" y="158857"/>
            <a:ext cx="882798" cy="22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04 Content">
  <p:cSld name="1_04 Content">
    <p:bg>
      <p:bgPr>
        <a:gradFill>
          <a:gsLst>
            <a:gs pos="0">
              <a:schemeClr val="lt1"/>
            </a:gs>
            <a:gs pos="44000">
              <a:srgbClr val="703DDA">
                <a:alpha val="43137"/>
              </a:srgbClr>
            </a:gs>
            <a:gs pos="82000">
              <a:srgbClr val="703DDA"/>
            </a:gs>
            <a:gs pos="100000">
              <a:srgbClr val="703DDA"/>
            </a:gs>
          </a:gsLst>
          <a:lin ang="2700000" scaled="0"/>
        </a:gra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7"/>
          <p:cNvSpPr/>
          <p:nvPr/>
        </p:nvSpPr>
        <p:spPr>
          <a:xfrm>
            <a:off x="784829" y="816748"/>
            <a:ext cx="10943630" cy="5266560"/>
          </a:xfrm>
          <a:prstGeom prst="round2SameRect">
            <a:avLst>
              <a:gd name="adj1" fmla="val 7061"/>
              <a:gd name="adj2" fmla="val 8028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2" name="Google Shape;172;p157"/>
          <p:cNvCxnSpPr/>
          <p:nvPr/>
        </p:nvCxnSpPr>
        <p:spPr>
          <a:xfrm>
            <a:off x="11252198" y="6671733"/>
            <a:ext cx="502920" cy="0"/>
          </a:xfrm>
          <a:prstGeom prst="straightConnector1">
            <a:avLst/>
          </a:prstGeom>
          <a:noFill/>
          <a:ln w="19050" cap="flat" cmpd="sng">
            <a:solidFill>
              <a:srgbClr val="B69CEC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73" name="Google Shape;173;p157"/>
          <p:cNvSpPr/>
          <p:nvPr/>
        </p:nvSpPr>
        <p:spPr>
          <a:xfrm rot="6737119">
            <a:off x="11116780" y="6142594"/>
            <a:ext cx="270836" cy="270836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gradFill>
            <a:gsLst>
              <a:gs pos="0">
                <a:srgbClr val="A58DFB"/>
              </a:gs>
              <a:gs pos="50000">
                <a:srgbClr val="C6B9FB"/>
              </a:gs>
              <a:gs pos="100000">
                <a:srgbClr val="E3DDF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74" name="Google Shape;174;p157"/>
          <p:cNvGrpSpPr/>
          <p:nvPr/>
        </p:nvGrpSpPr>
        <p:grpSpPr>
          <a:xfrm rot="5400000">
            <a:off x="-62742" y="62740"/>
            <a:ext cx="1154183" cy="1028700"/>
            <a:chOff x="139002" y="5063214"/>
            <a:chExt cx="2010656" cy="1792057"/>
          </a:xfrm>
        </p:grpSpPr>
        <p:sp>
          <p:nvSpPr>
            <p:cNvPr id="175" name="Google Shape;175;p157"/>
            <p:cNvSpPr/>
            <p:nvPr/>
          </p:nvSpPr>
          <p:spPr>
            <a:xfrm>
              <a:off x="352708" y="5373734"/>
              <a:ext cx="1796950" cy="1481537"/>
            </a:xfrm>
            <a:custGeom>
              <a:avLst/>
              <a:gdLst/>
              <a:ahLst/>
              <a:cxnLst/>
              <a:rect l="l" t="t" r="r" b="b"/>
              <a:pathLst>
                <a:path w="3648630" h="3008197" extrusionOk="0">
                  <a:moveTo>
                    <a:pt x="2251169" y="778"/>
                  </a:moveTo>
                  <a:cubicBezTo>
                    <a:pt x="2351190" y="7847"/>
                    <a:pt x="2446029" y="62857"/>
                    <a:pt x="2499938" y="156230"/>
                  </a:cubicBezTo>
                  <a:lnTo>
                    <a:pt x="3606731" y="2073253"/>
                  </a:lnTo>
                  <a:cubicBezTo>
                    <a:pt x="3692986" y="2222650"/>
                    <a:pt x="3641798" y="2413683"/>
                    <a:pt x="3492401" y="2499938"/>
                  </a:cubicBezTo>
                  <a:lnTo>
                    <a:pt x="2612070" y="3008197"/>
                  </a:lnTo>
                  <a:lnTo>
                    <a:pt x="869139" y="3008197"/>
                  </a:lnTo>
                  <a:lnTo>
                    <a:pt x="41900" y="1575379"/>
                  </a:lnTo>
                  <a:cubicBezTo>
                    <a:pt x="-44354" y="1425982"/>
                    <a:pt x="6833" y="1234948"/>
                    <a:pt x="156230" y="1148694"/>
                  </a:cubicBezTo>
                  <a:lnTo>
                    <a:pt x="2073253" y="41900"/>
                  </a:lnTo>
                  <a:cubicBezTo>
                    <a:pt x="2129277" y="9555"/>
                    <a:pt x="2191156" y="-3463"/>
                    <a:pt x="2251169" y="778"/>
                  </a:cubicBezTo>
                  <a:close/>
                </a:path>
              </a:pathLst>
            </a:custGeom>
            <a:gradFill>
              <a:gsLst>
                <a:gs pos="0">
                  <a:srgbClr val="A58DFB"/>
                </a:gs>
                <a:gs pos="50000">
                  <a:srgbClr val="C6B9FB"/>
                </a:gs>
                <a:gs pos="100000">
                  <a:srgbClr val="E3DDFD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76" name="Google Shape;176;p157"/>
            <p:cNvSpPr/>
            <p:nvPr/>
          </p:nvSpPr>
          <p:spPr>
            <a:xfrm rot="3431410">
              <a:off x="232265" y="5156477"/>
              <a:ext cx="487871" cy="487871"/>
            </a:xfrm>
            <a:custGeom>
              <a:avLst/>
              <a:gdLst/>
              <a:ahLst/>
              <a:cxnLst/>
              <a:rect l="l" t="t" r="r" b="b"/>
              <a:pathLst>
                <a:path w="469963" h="469963" extrusionOk="0">
                  <a:moveTo>
                    <a:pt x="422434" y="187357"/>
                  </a:moveTo>
                  <a:lnTo>
                    <a:pt x="330327" y="187357"/>
                  </a:lnTo>
                  <a:cubicBezTo>
                    <a:pt x="304038" y="187357"/>
                    <a:pt x="282702" y="166021"/>
                    <a:pt x="282702" y="139732"/>
                  </a:cubicBezTo>
                  <a:lnTo>
                    <a:pt x="282702" y="47625"/>
                  </a:lnTo>
                  <a:cubicBezTo>
                    <a:pt x="282702" y="21336"/>
                    <a:pt x="261366" y="0"/>
                    <a:pt x="235077" y="0"/>
                  </a:cubicBezTo>
                  <a:lnTo>
                    <a:pt x="235077" y="0"/>
                  </a:lnTo>
                  <a:cubicBezTo>
                    <a:pt x="208788" y="0"/>
                    <a:pt x="187452" y="21336"/>
                    <a:pt x="187452" y="47625"/>
                  </a:cubicBezTo>
                  <a:lnTo>
                    <a:pt x="187452" y="139732"/>
                  </a:lnTo>
                  <a:cubicBezTo>
                    <a:pt x="187452" y="166021"/>
                    <a:pt x="166116" y="187357"/>
                    <a:pt x="139827" y="187357"/>
                  </a:cubicBezTo>
                  <a:lnTo>
                    <a:pt x="47625" y="187357"/>
                  </a:lnTo>
                  <a:cubicBezTo>
                    <a:pt x="21336" y="187357"/>
                    <a:pt x="0" y="208693"/>
                    <a:pt x="0" y="234982"/>
                  </a:cubicBezTo>
                  <a:lnTo>
                    <a:pt x="0" y="234982"/>
                  </a:lnTo>
                  <a:cubicBezTo>
                    <a:pt x="0" y="261271"/>
                    <a:pt x="21336" y="282607"/>
                    <a:pt x="47625" y="282607"/>
                  </a:cubicBezTo>
                  <a:lnTo>
                    <a:pt x="139732" y="282607"/>
                  </a:lnTo>
                  <a:cubicBezTo>
                    <a:pt x="166021" y="282607"/>
                    <a:pt x="187357" y="303943"/>
                    <a:pt x="187357" y="330232"/>
                  </a:cubicBezTo>
                  <a:lnTo>
                    <a:pt x="187357" y="422339"/>
                  </a:lnTo>
                  <a:cubicBezTo>
                    <a:pt x="187357" y="448628"/>
                    <a:pt x="208693" y="469964"/>
                    <a:pt x="234982" y="469964"/>
                  </a:cubicBezTo>
                  <a:lnTo>
                    <a:pt x="234982" y="469964"/>
                  </a:lnTo>
                  <a:cubicBezTo>
                    <a:pt x="261271" y="469964"/>
                    <a:pt x="282607" y="448628"/>
                    <a:pt x="282607" y="422339"/>
                  </a:cubicBezTo>
                  <a:lnTo>
                    <a:pt x="282607" y="330232"/>
                  </a:lnTo>
                  <a:cubicBezTo>
                    <a:pt x="282607" y="303943"/>
                    <a:pt x="303943" y="282607"/>
                    <a:pt x="330232" y="282607"/>
                  </a:cubicBezTo>
                  <a:lnTo>
                    <a:pt x="422339" y="282607"/>
                  </a:lnTo>
                  <a:cubicBezTo>
                    <a:pt x="448628" y="282607"/>
                    <a:pt x="469964" y="261271"/>
                    <a:pt x="469964" y="234982"/>
                  </a:cubicBezTo>
                  <a:lnTo>
                    <a:pt x="469964" y="234982"/>
                  </a:lnTo>
                  <a:cubicBezTo>
                    <a:pt x="470059" y="208693"/>
                    <a:pt x="448723" y="187357"/>
                    <a:pt x="422434" y="187357"/>
                  </a:cubicBezTo>
                  <a:close/>
                </a:path>
              </a:pathLst>
            </a:custGeom>
            <a:gradFill>
              <a:gsLst>
                <a:gs pos="0">
                  <a:srgbClr val="A58DFB"/>
                </a:gs>
                <a:gs pos="50000">
                  <a:srgbClr val="C6B9FB"/>
                </a:gs>
                <a:gs pos="100000">
                  <a:srgbClr val="E3DDFD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77" name="Google Shape;177;p157"/>
          <p:cNvSpPr/>
          <p:nvPr/>
        </p:nvSpPr>
        <p:spPr>
          <a:xfrm rot="-1173915">
            <a:off x="280272" y="5922425"/>
            <a:ext cx="357861" cy="357861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157"/>
          <p:cNvSpPr txBox="1">
            <a:spLocks noGrp="1"/>
          </p:cNvSpPr>
          <p:nvPr>
            <p:ph type="body" idx="1"/>
          </p:nvPr>
        </p:nvSpPr>
        <p:spPr>
          <a:xfrm>
            <a:off x="1038858" y="1035654"/>
            <a:ext cx="10464800" cy="4828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79" name="Google Shape;179;p157"/>
          <p:cNvSpPr txBox="1">
            <a:spLocks noGrp="1"/>
          </p:cNvSpPr>
          <p:nvPr>
            <p:ph type="sldNum" idx="12"/>
          </p:nvPr>
        </p:nvSpPr>
        <p:spPr>
          <a:xfrm>
            <a:off x="9314894" y="648029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lt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0" name="Google Shape;180;p157" descr="A black and grey logo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b="37276"/>
          <a:stretch/>
        </p:blipFill>
        <p:spPr>
          <a:xfrm>
            <a:off x="10753548" y="182886"/>
            <a:ext cx="456976" cy="160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5564" y="158857"/>
            <a:ext cx="882798" cy="22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4_Title Slide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58"/>
          <p:cNvPicPr preferRelativeResize="0"/>
          <p:nvPr/>
        </p:nvPicPr>
        <p:blipFill rotWithShape="1">
          <a:blip r:embed="rId2">
            <a:alphaModFix amt="8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B69CEC"/>
              </a:gs>
              <a:gs pos="100000">
                <a:schemeClr val="lt1"/>
              </a:gs>
            </a:gsLst>
            <a:lin ang="1800004" scaled="0"/>
          </a:gradFill>
          <a:ln>
            <a:noFill/>
          </a:ln>
        </p:spPr>
      </p:pic>
      <p:cxnSp>
        <p:nvCxnSpPr>
          <p:cNvPr id="184" name="Google Shape;184;p158"/>
          <p:cNvCxnSpPr/>
          <p:nvPr/>
        </p:nvCxnSpPr>
        <p:spPr>
          <a:xfrm>
            <a:off x="11252198" y="6671733"/>
            <a:ext cx="502920" cy="0"/>
          </a:xfrm>
          <a:prstGeom prst="straightConnector1">
            <a:avLst/>
          </a:prstGeom>
          <a:noFill/>
          <a:ln w="19050" cap="flat" cmpd="sng">
            <a:solidFill>
              <a:srgbClr val="703DDA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85" name="Google Shape;185;p158"/>
          <p:cNvSpPr/>
          <p:nvPr/>
        </p:nvSpPr>
        <p:spPr>
          <a:xfrm>
            <a:off x="0" y="6782668"/>
            <a:ext cx="12192000" cy="85060"/>
          </a:xfrm>
          <a:prstGeom prst="rect">
            <a:avLst/>
          </a:prstGeom>
          <a:solidFill>
            <a:srgbClr val="703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6" name="Google Shape;186;p158"/>
          <p:cNvSpPr/>
          <p:nvPr/>
        </p:nvSpPr>
        <p:spPr>
          <a:xfrm>
            <a:off x="513150" y="1372133"/>
            <a:ext cx="11121426" cy="4998187"/>
          </a:xfrm>
          <a:prstGeom prst="roundRect">
            <a:avLst>
              <a:gd name="adj" fmla="val 4224"/>
            </a:avLst>
          </a:prstGeom>
          <a:solidFill>
            <a:schemeClr val="lt1"/>
          </a:solidFill>
          <a:ln>
            <a:noFill/>
          </a:ln>
          <a:effectLst>
            <a:outerShdw blurRad="635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6213" marR="0" lvl="0" indent="-6191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oogle Sans"/>
              <a:buNone/>
            </a:pPr>
            <a:endParaRPr sz="1800" b="0" i="0" u="none" strike="noStrike" cap="none">
              <a:solidFill>
                <a:srgbClr val="171717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7" name="Google Shape;187;p158"/>
          <p:cNvSpPr/>
          <p:nvPr/>
        </p:nvSpPr>
        <p:spPr>
          <a:xfrm>
            <a:off x="587375" y="578999"/>
            <a:ext cx="11017250" cy="637953"/>
          </a:xfrm>
          <a:prstGeom prst="roundRect">
            <a:avLst>
              <a:gd name="adj" fmla="val 50000"/>
            </a:avLst>
          </a:prstGeom>
          <a:solidFill>
            <a:srgbClr val="B69CEC">
              <a:alpha val="43921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"/>
              <a:buNone/>
            </a:pPr>
            <a:endParaRPr sz="2800" b="1" i="0" u="none" strike="noStrike" cap="none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8" name="Google Shape;188;p158"/>
          <p:cNvSpPr txBox="1">
            <a:spLocks noGrp="1"/>
          </p:cNvSpPr>
          <p:nvPr>
            <p:ph type="body" idx="1"/>
          </p:nvPr>
        </p:nvSpPr>
        <p:spPr>
          <a:xfrm>
            <a:off x="745725" y="1610704"/>
            <a:ext cx="10656277" cy="450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89" name="Google Shape;189;p158"/>
          <p:cNvSpPr txBox="1">
            <a:spLocks noGrp="1"/>
          </p:cNvSpPr>
          <p:nvPr>
            <p:ph type="sldNum" idx="12"/>
          </p:nvPr>
        </p:nvSpPr>
        <p:spPr>
          <a:xfrm>
            <a:off x="9314894" y="648029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158"/>
          <p:cNvSpPr txBox="1">
            <a:spLocks noGrp="1"/>
          </p:cNvSpPr>
          <p:nvPr>
            <p:ph type="body" idx="2"/>
          </p:nvPr>
        </p:nvSpPr>
        <p:spPr>
          <a:xfrm>
            <a:off x="587375" y="578999"/>
            <a:ext cx="11017249" cy="637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pic>
        <p:nvPicPr>
          <p:cNvPr id="191" name="Google Shape;191;p158" descr="A black and grey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b="37276"/>
          <a:stretch/>
        </p:blipFill>
        <p:spPr>
          <a:xfrm>
            <a:off x="10753548" y="182886"/>
            <a:ext cx="456976" cy="160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25564" y="158857"/>
            <a:ext cx="882798" cy="22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06 Title and Sub">
  <p:cSld name="1_06 Title and Sub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9"/>
          <p:cNvSpPr/>
          <p:nvPr/>
        </p:nvSpPr>
        <p:spPr>
          <a:xfrm>
            <a:off x="0" y="0"/>
            <a:ext cx="12192000" cy="4859100"/>
          </a:xfrm>
          <a:prstGeom prst="rect">
            <a:avLst/>
          </a:prstGeom>
          <a:solidFill>
            <a:srgbClr val="B69CEC">
              <a:alpha val="4901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95" name="Google Shape;195;p159"/>
          <p:cNvCxnSpPr/>
          <p:nvPr/>
        </p:nvCxnSpPr>
        <p:spPr>
          <a:xfrm>
            <a:off x="11252198" y="6671733"/>
            <a:ext cx="502920" cy="0"/>
          </a:xfrm>
          <a:prstGeom prst="straightConnector1">
            <a:avLst/>
          </a:prstGeom>
          <a:noFill/>
          <a:ln w="19050" cap="flat" cmpd="sng">
            <a:solidFill>
              <a:srgbClr val="703DDA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96" name="Google Shape;196;p159"/>
          <p:cNvSpPr txBox="1">
            <a:spLocks noGrp="1"/>
          </p:cNvSpPr>
          <p:nvPr>
            <p:ph type="sldNum" idx="12"/>
          </p:nvPr>
        </p:nvSpPr>
        <p:spPr>
          <a:xfrm>
            <a:off x="9314894" y="648029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7" name="Google Shape;197;p159" descr="BOI STEM++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93614" y="137695"/>
            <a:ext cx="566824" cy="213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59" descr="A black and grey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b="37276"/>
          <a:stretch/>
        </p:blipFill>
        <p:spPr>
          <a:xfrm>
            <a:off x="10966614" y="182886"/>
            <a:ext cx="456976" cy="16037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59"/>
          <p:cNvSpPr/>
          <p:nvPr/>
        </p:nvSpPr>
        <p:spPr>
          <a:xfrm>
            <a:off x="56485" y="2566214"/>
            <a:ext cx="393864" cy="393943"/>
          </a:xfrm>
          <a:custGeom>
            <a:avLst/>
            <a:gdLst/>
            <a:ahLst/>
            <a:cxnLst/>
            <a:rect l="l" t="t" r="r" b="b"/>
            <a:pathLst>
              <a:path w="474535" h="474630" extrusionOk="0">
                <a:moveTo>
                  <a:pt x="237268" y="474631"/>
                </a:moveTo>
                <a:cubicBezTo>
                  <a:pt x="106490" y="474631"/>
                  <a:pt x="0" y="368141"/>
                  <a:pt x="0" y="237268"/>
                </a:cubicBezTo>
                <a:cubicBezTo>
                  <a:pt x="0" y="106490"/>
                  <a:pt x="106490" y="0"/>
                  <a:pt x="237268" y="0"/>
                </a:cubicBezTo>
                <a:cubicBezTo>
                  <a:pt x="368141" y="0"/>
                  <a:pt x="474536" y="106490"/>
                  <a:pt x="474536" y="237268"/>
                </a:cubicBezTo>
                <a:cubicBezTo>
                  <a:pt x="474631" y="368141"/>
                  <a:pt x="368141" y="474631"/>
                  <a:pt x="237268" y="474631"/>
                </a:cubicBezTo>
                <a:close/>
                <a:moveTo>
                  <a:pt x="237268" y="66675"/>
                </a:moveTo>
                <a:cubicBezTo>
                  <a:pt x="143256" y="66675"/>
                  <a:pt x="66675" y="143256"/>
                  <a:pt x="66675" y="237268"/>
                </a:cubicBezTo>
                <a:cubicBezTo>
                  <a:pt x="66675" y="331280"/>
                  <a:pt x="143256" y="407861"/>
                  <a:pt x="237268" y="407861"/>
                </a:cubicBezTo>
                <a:cubicBezTo>
                  <a:pt x="331280" y="407861"/>
                  <a:pt x="407861" y="331280"/>
                  <a:pt x="407861" y="237268"/>
                </a:cubicBezTo>
                <a:cubicBezTo>
                  <a:pt x="407861" y="143256"/>
                  <a:pt x="331375" y="66675"/>
                  <a:pt x="237268" y="6667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p159"/>
          <p:cNvSpPr/>
          <p:nvPr/>
        </p:nvSpPr>
        <p:spPr>
          <a:xfrm rot="-1173915">
            <a:off x="11620540" y="4384964"/>
            <a:ext cx="357861" cy="357861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159"/>
          <p:cNvSpPr/>
          <p:nvPr/>
        </p:nvSpPr>
        <p:spPr>
          <a:xfrm rot="1801764">
            <a:off x="9841119" y="-85465"/>
            <a:ext cx="3459664" cy="3517415"/>
          </a:xfrm>
          <a:custGeom>
            <a:avLst/>
            <a:gdLst/>
            <a:ahLst/>
            <a:cxnLst/>
            <a:rect l="l" t="t" r="r" b="b"/>
            <a:pathLst>
              <a:path w="3462739" h="3520541" extrusionOk="0">
                <a:moveTo>
                  <a:pt x="0" y="825700"/>
                </a:moveTo>
                <a:lnTo>
                  <a:pt x="1430154" y="0"/>
                </a:lnTo>
                <a:lnTo>
                  <a:pt x="3462739" y="3520541"/>
                </a:lnTo>
                <a:lnTo>
                  <a:pt x="252036" y="3520541"/>
                </a:lnTo>
                <a:cubicBezTo>
                  <a:pt x="112840" y="3520541"/>
                  <a:pt x="0" y="3407701"/>
                  <a:pt x="0" y="3268505"/>
                </a:cubicBezTo>
                <a:close/>
              </a:path>
            </a:pathLst>
          </a:custGeom>
          <a:gradFill>
            <a:gsLst>
              <a:gs pos="0">
                <a:srgbClr val="B69CEC"/>
              </a:gs>
              <a:gs pos="100000">
                <a:schemeClr val="lt1"/>
              </a:gs>
            </a:gsLst>
            <a:lin ang="180000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2" name="Google Shape;202;p159"/>
          <p:cNvSpPr/>
          <p:nvPr/>
        </p:nvSpPr>
        <p:spPr>
          <a:xfrm rot="3806097">
            <a:off x="-29435" y="-479899"/>
            <a:ext cx="1722424" cy="2053178"/>
          </a:xfrm>
          <a:custGeom>
            <a:avLst/>
            <a:gdLst/>
            <a:ahLst/>
            <a:cxnLst/>
            <a:rect l="l" t="t" r="r" b="b"/>
            <a:pathLst>
              <a:path w="1721322" h="2051864" extrusionOk="0">
                <a:moveTo>
                  <a:pt x="0" y="1526066"/>
                </a:moveTo>
                <a:lnTo>
                  <a:pt x="763352" y="0"/>
                </a:lnTo>
                <a:lnTo>
                  <a:pt x="1495514" y="0"/>
                </a:lnTo>
                <a:cubicBezTo>
                  <a:pt x="1620224" y="0"/>
                  <a:pt x="1721322" y="101098"/>
                  <a:pt x="1721322" y="225808"/>
                </a:cubicBezTo>
                <a:lnTo>
                  <a:pt x="1721322" y="1826056"/>
                </a:lnTo>
                <a:cubicBezTo>
                  <a:pt x="1721322" y="1950766"/>
                  <a:pt x="1620224" y="2051864"/>
                  <a:pt x="1495514" y="2051864"/>
                </a:cubicBezTo>
                <a:lnTo>
                  <a:pt x="1051156" y="2051864"/>
                </a:lnTo>
                <a:close/>
              </a:path>
            </a:pathLst>
          </a:custGeom>
          <a:gradFill>
            <a:gsLst>
              <a:gs pos="0">
                <a:srgbClr val="B69CEC"/>
              </a:gs>
              <a:gs pos="100000">
                <a:schemeClr val="lt1"/>
              </a:gs>
            </a:gsLst>
            <a:lin ang="180000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159"/>
          <p:cNvSpPr/>
          <p:nvPr/>
        </p:nvSpPr>
        <p:spPr>
          <a:xfrm rot="-1173915">
            <a:off x="1686068" y="182670"/>
            <a:ext cx="357861" cy="357861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159"/>
          <p:cNvSpPr/>
          <p:nvPr/>
        </p:nvSpPr>
        <p:spPr>
          <a:xfrm>
            <a:off x="624185" y="1228454"/>
            <a:ext cx="10943630" cy="4780200"/>
          </a:xfrm>
          <a:prstGeom prst="round2SameRect">
            <a:avLst>
              <a:gd name="adj1" fmla="val 11106"/>
              <a:gd name="adj2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159"/>
          <p:cNvSpPr txBox="1">
            <a:spLocks noGrp="1"/>
          </p:cNvSpPr>
          <p:nvPr>
            <p:ph type="body" idx="1"/>
          </p:nvPr>
        </p:nvSpPr>
        <p:spPr>
          <a:xfrm>
            <a:off x="1420813" y="2701925"/>
            <a:ext cx="9329737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000000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06" name="Google Shape;206;p159"/>
          <p:cNvSpPr>
            <a:spLocks noGrp="1"/>
          </p:cNvSpPr>
          <p:nvPr>
            <p:ph type="dgm" idx="2"/>
          </p:nvPr>
        </p:nvSpPr>
        <p:spPr>
          <a:xfrm>
            <a:off x="3758999" y="1792426"/>
            <a:ext cx="4673999" cy="889000"/>
          </a:xfrm>
          <a:prstGeom prst="roundRect">
            <a:avLst>
              <a:gd name="adj" fmla="val 33024"/>
            </a:avLst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pic>
        <p:nvPicPr>
          <p:cNvPr id="207" name="Google Shape;207;p159" descr="A black and grey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b="37276"/>
          <a:stretch/>
        </p:blipFill>
        <p:spPr>
          <a:xfrm>
            <a:off x="10753548" y="182886"/>
            <a:ext cx="456976" cy="160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25564" y="158857"/>
            <a:ext cx="882798" cy="22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Slide">
  <p:cSld name="11_Title Slide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60"/>
          <p:cNvPicPr preferRelativeResize="0"/>
          <p:nvPr/>
        </p:nvPicPr>
        <p:blipFill rotWithShape="1">
          <a:blip r:embed="rId2">
            <a:alphaModFix amt="45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60"/>
          <p:cNvSpPr/>
          <p:nvPr/>
        </p:nvSpPr>
        <p:spPr>
          <a:xfrm>
            <a:off x="587375" y="534477"/>
            <a:ext cx="11017250" cy="639762"/>
          </a:xfrm>
          <a:prstGeom prst="roundRect">
            <a:avLst>
              <a:gd name="adj" fmla="val 50000"/>
            </a:avLst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cxnSp>
        <p:nvCxnSpPr>
          <p:cNvPr id="212" name="Google Shape;212;p160"/>
          <p:cNvCxnSpPr/>
          <p:nvPr/>
        </p:nvCxnSpPr>
        <p:spPr>
          <a:xfrm>
            <a:off x="11252198" y="6671733"/>
            <a:ext cx="502920" cy="0"/>
          </a:xfrm>
          <a:prstGeom prst="straightConnector1">
            <a:avLst/>
          </a:prstGeom>
          <a:noFill/>
          <a:ln w="19050" cap="flat" cmpd="sng">
            <a:solidFill>
              <a:srgbClr val="703DDA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213" name="Google Shape;213;p160"/>
          <p:cNvSpPr txBox="1">
            <a:spLocks noGrp="1"/>
          </p:cNvSpPr>
          <p:nvPr>
            <p:ph type="sldNum" idx="12"/>
          </p:nvPr>
        </p:nvSpPr>
        <p:spPr>
          <a:xfrm>
            <a:off x="9314894" y="648029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160"/>
          <p:cNvSpPr/>
          <p:nvPr/>
        </p:nvSpPr>
        <p:spPr>
          <a:xfrm rot="-5400000">
            <a:off x="10804199" y="3543290"/>
            <a:ext cx="2434500" cy="34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Open Sans"/>
              <a:buNone/>
            </a:pPr>
            <a:endParaRPr sz="1867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5" name="Google Shape;215;p160"/>
          <p:cNvSpPr/>
          <p:nvPr/>
        </p:nvSpPr>
        <p:spPr>
          <a:xfrm rot="5400000">
            <a:off x="-1046550" y="3543290"/>
            <a:ext cx="2434500" cy="34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69C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Open Sans"/>
              <a:buNone/>
            </a:pPr>
            <a:endParaRPr sz="1867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160"/>
          <p:cNvSpPr txBox="1">
            <a:spLocks noGrp="1"/>
          </p:cNvSpPr>
          <p:nvPr>
            <p:ph type="body" idx="1"/>
          </p:nvPr>
        </p:nvSpPr>
        <p:spPr>
          <a:xfrm>
            <a:off x="587226" y="542812"/>
            <a:ext cx="11017250" cy="631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pic>
        <p:nvPicPr>
          <p:cNvPr id="217" name="Google Shape;217;p160" descr="A black and grey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b="37276"/>
          <a:stretch/>
        </p:blipFill>
        <p:spPr>
          <a:xfrm>
            <a:off x="10753548" y="182886"/>
            <a:ext cx="456976" cy="160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25564" y="158857"/>
            <a:ext cx="882798" cy="22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08 Thank you">
  <p:cSld name="1_08 Thank you">
    <p:bg>
      <p:bgPr>
        <a:gradFill>
          <a:gsLst>
            <a:gs pos="0">
              <a:schemeClr val="lt1"/>
            </a:gs>
            <a:gs pos="44000">
              <a:srgbClr val="703DDA">
                <a:alpha val="43137"/>
              </a:srgbClr>
            </a:gs>
            <a:gs pos="82000">
              <a:srgbClr val="703DDA"/>
            </a:gs>
            <a:gs pos="100000">
              <a:srgbClr val="703DDA"/>
            </a:gs>
          </a:gsLst>
          <a:lin ang="2700000" scaled="0"/>
        </a:gra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1"/>
          <p:cNvSpPr/>
          <p:nvPr/>
        </p:nvSpPr>
        <p:spPr>
          <a:xfrm rot="3806097">
            <a:off x="-29435" y="-479899"/>
            <a:ext cx="1722424" cy="2053178"/>
          </a:xfrm>
          <a:custGeom>
            <a:avLst/>
            <a:gdLst/>
            <a:ahLst/>
            <a:cxnLst/>
            <a:rect l="l" t="t" r="r" b="b"/>
            <a:pathLst>
              <a:path w="1721322" h="2051864" extrusionOk="0">
                <a:moveTo>
                  <a:pt x="0" y="1526066"/>
                </a:moveTo>
                <a:lnTo>
                  <a:pt x="763352" y="0"/>
                </a:lnTo>
                <a:lnTo>
                  <a:pt x="1495514" y="0"/>
                </a:lnTo>
                <a:cubicBezTo>
                  <a:pt x="1620224" y="0"/>
                  <a:pt x="1721322" y="101098"/>
                  <a:pt x="1721322" y="225808"/>
                </a:cubicBezTo>
                <a:lnTo>
                  <a:pt x="1721322" y="1826056"/>
                </a:lnTo>
                <a:cubicBezTo>
                  <a:pt x="1721322" y="1950766"/>
                  <a:pt x="1620224" y="2051864"/>
                  <a:pt x="1495514" y="2051864"/>
                </a:cubicBezTo>
                <a:lnTo>
                  <a:pt x="1051156" y="2051864"/>
                </a:lnTo>
                <a:close/>
              </a:path>
            </a:pathLst>
          </a:custGeom>
          <a:gradFill>
            <a:gsLst>
              <a:gs pos="0">
                <a:srgbClr val="B69CEC"/>
              </a:gs>
              <a:gs pos="100000">
                <a:schemeClr val="lt1"/>
              </a:gs>
            </a:gsLst>
            <a:lin ang="180000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1" name="Google Shape;221;p161"/>
          <p:cNvSpPr/>
          <p:nvPr/>
        </p:nvSpPr>
        <p:spPr>
          <a:xfrm>
            <a:off x="313938" y="3232028"/>
            <a:ext cx="393864" cy="393943"/>
          </a:xfrm>
          <a:custGeom>
            <a:avLst/>
            <a:gdLst/>
            <a:ahLst/>
            <a:cxnLst/>
            <a:rect l="l" t="t" r="r" b="b"/>
            <a:pathLst>
              <a:path w="474535" h="474630" extrusionOk="0">
                <a:moveTo>
                  <a:pt x="237268" y="474631"/>
                </a:moveTo>
                <a:cubicBezTo>
                  <a:pt x="106490" y="474631"/>
                  <a:pt x="0" y="368141"/>
                  <a:pt x="0" y="237268"/>
                </a:cubicBezTo>
                <a:cubicBezTo>
                  <a:pt x="0" y="106490"/>
                  <a:pt x="106490" y="0"/>
                  <a:pt x="237268" y="0"/>
                </a:cubicBezTo>
                <a:cubicBezTo>
                  <a:pt x="368141" y="0"/>
                  <a:pt x="474536" y="106490"/>
                  <a:pt x="474536" y="237268"/>
                </a:cubicBezTo>
                <a:cubicBezTo>
                  <a:pt x="474631" y="368141"/>
                  <a:pt x="368141" y="474631"/>
                  <a:pt x="237268" y="474631"/>
                </a:cubicBezTo>
                <a:close/>
                <a:moveTo>
                  <a:pt x="237268" y="66675"/>
                </a:moveTo>
                <a:cubicBezTo>
                  <a:pt x="143256" y="66675"/>
                  <a:pt x="66675" y="143256"/>
                  <a:pt x="66675" y="237268"/>
                </a:cubicBezTo>
                <a:cubicBezTo>
                  <a:pt x="66675" y="331280"/>
                  <a:pt x="143256" y="407861"/>
                  <a:pt x="237268" y="407861"/>
                </a:cubicBezTo>
                <a:cubicBezTo>
                  <a:pt x="331280" y="407861"/>
                  <a:pt x="407861" y="331280"/>
                  <a:pt x="407861" y="237268"/>
                </a:cubicBezTo>
                <a:cubicBezTo>
                  <a:pt x="407861" y="143256"/>
                  <a:pt x="331375" y="66675"/>
                  <a:pt x="237268" y="6667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" name="Google Shape;222;p161"/>
          <p:cNvSpPr/>
          <p:nvPr/>
        </p:nvSpPr>
        <p:spPr>
          <a:xfrm rot="-1173915">
            <a:off x="1956201" y="139241"/>
            <a:ext cx="357861" cy="357861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p161"/>
          <p:cNvSpPr/>
          <p:nvPr/>
        </p:nvSpPr>
        <p:spPr>
          <a:xfrm rot="2700000">
            <a:off x="10538369" y="4975560"/>
            <a:ext cx="270836" cy="270836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24" name="Google Shape;224;p161"/>
          <p:cNvGrpSpPr/>
          <p:nvPr/>
        </p:nvGrpSpPr>
        <p:grpSpPr>
          <a:xfrm>
            <a:off x="10055996" y="5576680"/>
            <a:ext cx="1437619" cy="1281321"/>
            <a:chOff x="139002" y="5063214"/>
            <a:chExt cx="2010656" cy="1792057"/>
          </a:xfrm>
        </p:grpSpPr>
        <p:sp>
          <p:nvSpPr>
            <p:cNvPr id="225" name="Google Shape;225;p161"/>
            <p:cNvSpPr/>
            <p:nvPr/>
          </p:nvSpPr>
          <p:spPr>
            <a:xfrm>
              <a:off x="352708" y="5373734"/>
              <a:ext cx="1796950" cy="1481537"/>
            </a:xfrm>
            <a:custGeom>
              <a:avLst/>
              <a:gdLst/>
              <a:ahLst/>
              <a:cxnLst/>
              <a:rect l="l" t="t" r="r" b="b"/>
              <a:pathLst>
                <a:path w="3648630" h="3008197" extrusionOk="0">
                  <a:moveTo>
                    <a:pt x="2251169" y="778"/>
                  </a:moveTo>
                  <a:cubicBezTo>
                    <a:pt x="2351190" y="7847"/>
                    <a:pt x="2446029" y="62857"/>
                    <a:pt x="2499938" y="156230"/>
                  </a:cubicBezTo>
                  <a:lnTo>
                    <a:pt x="3606731" y="2073253"/>
                  </a:lnTo>
                  <a:cubicBezTo>
                    <a:pt x="3692986" y="2222650"/>
                    <a:pt x="3641798" y="2413683"/>
                    <a:pt x="3492401" y="2499938"/>
                  </a:cubicBezTo>
                  <a:lnTo>
                    <a:pt x="2612070" y="3008197"/>
                  </a:lnTo>
                  <a:lnTo>
                    <a:pt x="869139" y="3008197"/>
                  </a:lnTo>
                  <a:lnTo>
                    <a:pt x="41900" y="1575379"/>
                  </a:lnTo>
                  <a:cubicBezTo>
                    <a:pt x="-44354" y="1425982"/>
                    <a:pt x="6833" y="1234948"/>
                    <a:pt x="156230" y="1148694"/>
                  </a:cubicBezTo>
                  <a:lnTo>
                    <a:pt x="2073253" y="41900"/>
                  </a:lnTo>
                  <a:cubicBezTo>
                    <a:pt x="2129277" y="9555"/>
                    <a:pt x="2191156" y="-3463"/>
                    <a:pt x="2251169" y="778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6" name="Google Shape;226;p161"/>
            <p:cNvSpPr/>
            <p:nvPr/>
          </p:nvSpPr>
          <p:spPr>
            <a:xfrm rot="3431410">
              <a:off x="232265" y="5156477"/>
              <a:ext cx="487871" cy="487871"/>
            </a:xfrm>
            <a:custGeom>
              <a:avLst/>
              <a:gdLst/>
              <a:ahLst/>
              <a:cxnLst/>
              <a:rect l="l" t="t" r="r" b="b"/>
              <a:pathLst>
                <a:path w="469963" h="469963" extrusionOk="0">
                  <a:moveTo>
                    <a:pt x="422434" y="187357"/>
                  </a:moveTo>
                  <a:lnTo>
                    <a:pt x="330327" y="187357"/>
                  </a:lnTo>
                  <a:cubicBezTo>
                    <a:pt x="304038" y="187357"/>
                    <a:pt x="282702" y="166021"/>
                    <a:pt x="282702" y="139732"/>
                  </a:cubicBezTo>
                  <a:lnTo>
                    <a:pt x="282702" y="47625"/>
                  </a:lnTo>
                  <a:cubicBezTo>
                    <a:pt x="282702" y="21336"/>
                    <a:pt x="261366" y="0"/>
                    <a:pt x="235077" y="0"/>
                  </a:cubicBezTo>
                  <a:lnTo>
                    <a:pt x="235077" y="0"/>
                  </a:lnTo>
                  <a:cubicBezTo>
                    <a:pt x="208788" y="0"/>
                    <a:pt x="187452" y="21336"/>
                    <a:pt x="187452" y="47625"/>
                  </a:cubicBezTo>
                  <a:lnTo>
                    <a:pt x="187452" y="139732"/>
                  </a:lnTo>
                  <a:cubicBezTo>
                    <a:pt x="187452" y="166021"/>
                    <a:pt x="166116" y="187357"/>
                    <a:pt x="139827" y="187357"/>
                  </a:cubicBezTo>
                  <a:lnTo>
                    <a:pt x="47625" y="187357"/>
                  </a:lnTo>
                  <a:cubicBezTo>
                    <a:pt x="21336" y="187357"/>
                    <a:pt x="0" y="208693"/>
                    <a:pt x="0" y="234982"/>
                  </a:cubicBezTo>
                  <a:lnTo>
                    <a:pt x="0" y="234982"/>
                  </a:lnTo>
                  <a:cubicBezTo>
                    <a:pt x="0" y="261271"/>
                    <a:pt x="21336" y="282607"/>
                    <a:pt x="47625" y="282607"/>
                  </a:cubicBezTo>
                  <a:lnTo>
                    <a:pt x="139732" y="282607"/>
                  </a:lnTo>
                  <a:cubicBezTo>
                    <a:pt x="166021" y="282607"/>
                    <a:pt x="187357" y="303943"/>
                    <a:pt x="187357" y="330232"/>
                  </a:cubicBezTo>
                  <a:lnTo>
                    <a:pt x="187357" y="422339"/>
                  </a:lnTo>
                  <a:cubicBezTo>
                    <a:pt x="187357" y="448628"/>
                    <a:pt x="208693" y="469964"/>
                    <a:pt x="234982" y="469964"/>
                  </a:cubicBezTo>
                  <a:lnTo>
                    <a:pt x="234982" y="469964"/>
                  </a:lnTo>
                  <a:cubicBezTo>
                    <a:pt x="261271" y="469964"/>
                    <a:pt x="282607" y="448628"/>
                    <a:pt x="282607" y="422339"/>
                  </a:cubicBezTo>
                  <a:lnTo>
                    <a:pt x="282607" y="330232"/>
                  </a:lnTo>
                  <a:cubicBezTo>
                    <a:pt x="282607" y="303943"/>
                    <a:pt x="303943" y="282607"/>
                    <a:pt x="330232" y="282607"/>
                  </a:cubicBezTo>
                  <a:lnTo>
                    <a:pt x="422339" y="282607"/>
                  </a:lnTo>
                  <a:cubicBezTo>
                    <a:pt x="448628" y="282607"/>
                    <a:pt x="469964" y="261271"/>
                    <a:pt x="469964" y="234982"/>
                  </a:cubicBezTo>
                  <a:lnTo>
                    <a:pt x="469964" y="234982"/>
                  </a:lnTo>
                  <a:cubicBezTo>
                    <a:pt x="470059" y="208693"/>
                    <a:pt x="448723" y="187357"/>
                    <a:pt x="422434" y="187357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27" name="Google Shape;227;p161"/>
          <p:cNvSpPr/>
          <p:nvPr/>
        </p:nvSpPr>
        <p:spPr>
          <a:xfrm>
            <a:off x="2944335" y="2644169"/>
            <a:ext cx="6303329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1" i="0" u="none" strike="noStrike" cap="none">
                <a:solidFill>
                  <a:srgbClr val="FFFFFF"/>
                </a:solidFill>
                <a:latin typeface="Google Sans"/>
                <a:ea typeface="Google Sans"/>
                <a:cs typeface="Google Sans"/>
                <a:sym typeface="Google Sans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28" name="Google Shape;228;p161" descr="A black and grey logo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b="37276"/>
          <a:stretch/>
        </p:blipFill>
        <p:spPr>
          <a:xfrm>
            <a:off x="10753548" y="182886"/>
            <a:ext cx="456976" cy="160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25564" y="158857"/>
            <a:ext cx="882798" cy="221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endParaRPr/>
          </a:p>
        </p:txBody>
      </p:sp>
      <p:sp>
        <p:nvSpPr>
          <p:cNvPr id="7" name="Google Shape;7;p117"/>
          <p:cNvSpPr txBox="1">
            <a:spLocks noGrp="1"/>
          </p:cNvSpPr>
          <p:nvPr>
            <p:ph type="sldNum" idx="12"/>
          </p:nvPr>
        </p:nvSpPr>
        <p:spPr>
          <a:xfrm>
            <a:off x="9314894" y="648029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" name="Google Shape;8;p117"/>
          <p:cNvSpPr/>
          <p:nvPr/>
        </p:nvSpPr>
        <p:spPr>
          <a:xfrm rot="10800000" flipH="1">
            <a:off x="0" y="144164"/>
            <a:ext cx="264055" cy="499403"/>
          </a:xfrm>
          <a:prstGeom prst="parallelogram">
            <a:avLst>
              <a:gd name="adj" fmla="val 0"/>
            </a:avLst>
          </a:prstGeom>
          <a:solidFill>
            <a:srgbClr val="703D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oogle Sans"/>
              <a:buNone/>
            </a:pPr>
            <a:endParaRPr sz="18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" name="Google Shape;9;p117"/>
          <p:cNvCxnSpPr/>
          <p:nvPr/>
        </p:nvCxnSpPr>
        <p:spPr>
          <a:xfrm>
            <a:off x="11252198" y="6671733"/>
            <a:ext cx="502920" cy="0"/>
          </a:xfrm>
          <a:prstGeom prst="straightConnector1">
            <a:avLst/>
          </a:prstGeom>
          <a:noFill/>
          <a:ln w="19050" cap="flat" cmpd="sng">
            <a:solidFill>
              <a:srgbClr val="703DDA"/>
            </a:solidFill>
            <a:prstDash val="solid"/>
            <a:miter lim="80"/>
            <a:headEnd type="none" w="sm" len="sm"/>
            <a:tailEnd type="none" w="sm" len="sm"/>
          </a:ln>
        </p:spPr>
      </p:cxnSp>
      <p:sp>
        <p:nvSpPr>
          <p:cNvPr id="10" name="Google Shape;10;p117"/>
          <p:cNvSpPr txBox="1"/>
          <p:nvPr/>
        </p:nvSpPr>
        <p:spPr>
          <a:xfrm>
            <a:off x="9314894" y="648029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57575"/>
                </a:solidFill>
                <a:latin typeface="Google Sans"/>
                <a:ea typeface="Google Sans"/>
                <a:cs typeface="Google Sans"/>
                <a:sym typeface="Google Sans"/>
              </a:rPr>
              <a:t>‹#›</a:t>
            </a:fld>
            <a:endParaRPr sz="1100" b="0" i="0" u="none" strike="noStrike" cap="none">
              <a:solidFill>
                <a:srgbClr val="757575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" name="Google Shape;11;p117"/>
          <p:cNvSpPr/>
          <p:nvPr/>
        </p:nvSpPr>
        <p:spPr>
          <a:xfrm rot="-7547212">
            <a:off x="9111226" y="405214"/>
            <a:ext cx="270836" cy="270836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gradFill>
            <a:gsLst>
              <a:gs pos="0">
                <a:srgbClr val="A58DFB"/>
              </a:gs>
              <a:gs pos="50000">
                <a:srgbClr val="C6B9FB"/>
              </a:gs>
              <a:gs pos="100000">
                <a:srgbClr val="E3DDFD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2" name="Google Shape;12;p117"/>
          <p:cNvGrpSpPr/>
          <p:nvPr/>
        </p:nvGrpSpPr>
        <p:grpSpPr>
          <a:xfrm rot="10800000">
            <a:off x="9489126" y="-14055"/>
            <a:ext cx="1154183" cy="1028700"/>
            <a:chOff x="139002" y="5063214"/>
            <a:chExt cx="2010656" cy="1792057"/>
          </a:xfrm>
        </p:grpSpPr>
        <p:sp>
          <p:nvSpPr>
            <p:cNvPr id="13" name="Google Shape;13;p117"/>
            <p:cNvSpPr/>
            <p:nvPr/>
          </p:nvSpPr>
          <p:spPr>
            <a:xfrm>
              <a:off x="352708" y="5373734"/>
              <a:ext cx="1796950" cy="1481537"/>
            </a:xfrm>
            <a:custGeom>
              <a:avLst/>
              <a:gdLst/>
              <a:ahLst/>
              <a:cxnLst/>
              <a:rect l="l" t="t" r="r" b="b"/>
              <a:pathLst>
                <a:path w="3648630" h="3008197" extrusionOk="0">
                  <a:moveTo>
                    <a:pt x="2251169" y="778"/>
                  </a:moveTo>
                  <a:cubicBezTo>
                    <a:pt x="2351190" y="7847"/>
                    <a:pt x="2446029" y="62857"/>
                    <a:pt x="2499938" y="156230"/>
                  </a:cubicBezTo>
                  <a:lnTo>
                    <a:pt x="3606731" y="2073253"/>
                  </a:lnTo>
                  <a:cubicBezTo>
                    <a:pt x="3692986" y="2222650"/>
                    <a:pt x="3641798" y="2413683"/>
                    <a:pt x="3492401" y="2499938"/>
                  </a:cubicBezTo>
                  <a:lnTo>
                    <a:pt x="2612070" y="3008197"/>
                  </a:lnTo>
                  <a:lnTo>
                    <a:pt x="869139" y="3008197"/>
                  </a:lnTo>
                  <a:lnTo>
                    <a:pt x="41900" y="1575379"/>
                  </a:lnTo>
                  <a:cubicBezTo>
                    <a:pt x="-44354" y="1425982"/>
                    <a:pt x="6833" y="1234948"/>
                    <a:pt x="156230" y="1148694"/>
                  </a:cubicBezTo>
                  <a:lnTo>
                    <a:pt x="2073253" y="41900"/>
                  </a:lnTo>
                  <a:cubicBezTo>
                    <a:pt x="2129277" y="9555"/>
                    <a:pt x="2191156" y="-3463"/>
                    <a:pt x="2251169" y="778"/>
                  </a:cubicBezTo>
                  <a:close/>
                </a:path>
              </a:pathLst>
            </a:custGeom>
            <a:gradFill>
              <a:gsLst>
                <a:gs pos="0">
                  <a:srgbClr val="A58DFB"/>
                </a:gs>
                <a:gs pos="50000">
                  <a:srgbClr val="C6B9FB"/>
                </a:gs>
                <a:gs pos="100000">
                  <a:srgbClr val="E3DDFD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" name="Google Shape;14;p117"/>
            <p:cNvSpPr/>
            <p:nvPr/>
          </p:nvSpPr>
          <p:spPr>
            <a:xfrm rot="3431410">
              <a:off x="232265" y="5156477"/>
              <a:ext cx="487871" cy="487871"/>
            </a:xfrm>
            <a:custGeom>
              <a:avLst/>
              <a:gdLst/>
              <a:ahLst/>
              <a:cxnLst/>
              <a:rect l="l" t="t" r="r" b="b"/>
              <a:pathLst>
                <a:path w="469963" h="469963" extrusionOk="0">
                  <a:moveTo>
                    <a:pt x="422434" y="187357"/>
                  </a:moveTo>
                  <a:lnTo>
                    <a:pt x="330327" y="187357"/>
                  </a:lnTo>
                  <a:cubicBezTo>
                    <a:pt x="304038" y="187357"/>
                    <a:pt x="282702" y="166021"/>
                    <a:pt x="282702" y="139732"/>
                  </a:cubicBezTo>
                  <a:lnTo>
                    <a:pt x="282702" y="47625"/>
                  </a:lnTo>
                  <a:cubicBezTo>
                    <a:pt x="282702" y="21336"/>
                    <a:pt x="261366" y="0"/>
                    <a:pt x="235077" y="0"/>
                  </a:cubicBezTo>
                  <a:lnTo>
                    <a:pt x="235077" y="0"/>
                  </a:lnTo>
                  <a:cubicBezTo>
                    <a:pt x="208788" y="0"/>
                    <a:pt x="187452" y="21336"/>
                    <a:pt x="187452" y="47625"/>
                  </a:cubicBezTo>
                  <a:lnTo>
                    <a:pt x="187452" y="139732"/>
                  </a:lnTo>
                  <a:cubicBezTo>
                    <a:pt x="187452" y="166021"/>
                    <a:pt x="166116" y="187357"/>
                    <a:pt x="139827" y="187357"/>
                  </a:cubicBezTo>
                  <a:lnTo>
                    <a:pt x="47625" y="187357"/>
                  </a:lnTo>
                  <a:cubicBezTo>
                    <a:pt x="21336" y="187357"/>
                    <a:pt x="0" y="208693"/>
                    <a:pt x="0" y="234982"/>
                  </a:cubicBezTo>
                  <a:lnTo>
                    <a:pt x="0" y="234982"/>
                  </a:lnTo>
                  <a:cubicBezTo>
                    <a:pt x="0" y="261271"/>
                    <a:pt x="21336" y="282607"/>
                    <a:pt x="47625" y="282607"/>
                  </a:cubicBezTo>
                  <a:lnTo>
                    <a:pt x="139732" y="282607"/>
                  </a:lnTo>
                  <a:cubicBezTo>
                    <a:pt x="166021" y="282607"/>
                    <a:pt x="187357" y="303943"/>
                    <a:pt x="187357" y="330232"/>
                  </a:cubicBezTo>
                  <a:lnTo>
                    <a:pt x="187357" y="422339"/>
                  </a:lnTo>
                  <a:cubicBezTo>
                    <a:pt x="187357" y="448628"/>
                    <a:pt x="208693" y="469964"/>
                    <a:pt x="234982" y="469964"/>
                  </a:cubicBezTo>
                  <a:lnTo>
                    <a:pt x="234982" y="469964"/>
                  </a:lnTo>
                  <a:cubicBezTo>
                    <a:pt x="261271" y="469964"/>
                    <a:pt x="282607" y="448628"/>
                    <a:pt x="282607" y="422339"/>
                  </a:cubicBezTo>
                  <a:lnTo>
                    <a:pt x="282607" y="330232"/>
                  </a:lnTo>
                  <a:cubicBezTo>
                    <a:pt x="282607" y="303943"/>
                    <a:pt x="303943" y="282607"/>
                    <a:pt x="330232" y="282607"/>
                  </a:cubicBezTo>
                  <a:lnTo>
                    <a:pt x="422339" y="282607"/>
                  </a:lnTo>
                  <a:cubicBezTo>
                    <a:pt x="448628" y="282607"/>
                    <a:pt x="469964" y="261271"/>
                    <a:pt x="469964" y="234982"/>
                  </a:cubicBezTo>
                  <a:lnTo>
                    <a:pt x="469964" y="234982"/>
                  </a:lnTo>
                  <a:cubicBezTo>
                    <a:pt x="470059" y="208693"/>
                    <a:pt x="448723" y="187357"/>
                    <a:pt x="422434" y="187357"/>
                  </a:cubicBezTo>
                  <a:close/>
                </a:path>
              </a:pathLst>
            </a:custGeom>
            <a:gradFill>
              <a:gsLst>
                <a:gs pos="0">
                  <a:srgbClr val="A58DFB"/>
                </a:gs>
                <a:gs pos="50000">
                  <a:srgbClr val="C6B9FB"/>
                </a:gs>
                <a:gs pos="100000">
                  <a:srgbClr val="E3DDFD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15" name="Google Shape;15;p117"/>
          <p:cNvSpPr/>
          <p:nvPr/>
        </p:nvSpPr>
        <p:spPr>
          <a:xfrm rot="-3671996">
            <a:off x="4019801" y="6483923"/>
            <a:ext cx="357861" cy="357861"/>
          </a:xfrm>
          <a:custGeom>
            <a:avLst/>
            <a:gdLst/>
            <a:ahLst/>
            <a:cxnLst/>
            <a:rect l="l" t="t" r="r" b="b"/>
            <a:pathLst>
              <a:path w="469963" h="469963" extrusionOk="0">
                <a:moveTo>
                  <a:pt x="422434" y="187357"/>
                </a:moveTo>
                <a:lnTo>
                  <a:pt x="330327" y="187357"/>
                </a:lnTo>
                <a:cubicBezTo>
                  <a:pt x="304038" y="187357"/>
                  <a:pt x="282702" y="166021"/>
                  <a:pt x="282702" y="139732"/>
                </a:cubicBezTo>
                <a:lnTo>
                  <a:pt x="282702" y="47625"/>
                </a:lnTo>
                <a:cubicBezTo>
                  <a:pt x="282702" y="21336"/>
                  <a:pt x="261366" y="0"/>
                  <a:pt x="235077" y="0"/>
                </a:cubicBezTo>
                <a:lnTo>
                  <a:pt x="235077" y="0"/>
                </a:lnTo>
                <a:cubicBezTo>
                  <a:pt x="208788" y="0"/>
                  <a:pt x="187452" y="21336"/>
                  <a:pt x="187452" y="47625"/>
                </a:cubicBezTo>
                <a:lnTo>
                  <a:pt x="187452" y="139732"/>
                </a:lnTo>
                <a:cubicBezTo>
                  <a:pt x="187452" y="166021"/>
                  <a:pt x="166116" y="187357"/>
                  <a:pt x="139827" y="187357"/>
                </a:cubicBezTo>
                <a:lnTo>
                  <a:pt x="47625" y="187357"/>
                </a:lnTo>
                <a:cubicBezTo>
                  <a:pt x="21336" y="187357"/>
                  <a:pt x="0" y="208693"/>
                  <a:pt x="0" y="234982"/>
                </a:cubicBezTo>
                <a:lnTo>
                  <a:pt x="0" y="234982"/>
                </a:lnTo>
                <a:cubicBezTo>
                  <a:pt x="0" y="261271"/>
                  <a:pt x="21336" y="282607"/>
                  <a:pt x="47625" y="282607"/>
                </a:cubicBezTo>
                <a:lnTo>
                  <a:pt x="139732" y="282607"/>
                </a:lnTo>
                <a:cubicBezTo>
                  <a:pt x="166021" y="282607"/>
                  <a:pt x="187357" y="303943"/>
                  <a:pt x="187357" y="330232"/>
                </a:cubicBezTo>
                <a:lnTo>
                  <a:pt x="187357" y="422339"/>
                </a:lnTo>
                <a:cubicBezTo>
                  <a:pt x="187357" y="448628"/>
                  <a:pt x="208693" y="469964"/>
                  <a:pt x="234982" y="469964"/>
                </a:cubicBezTo>
                <a:lnTo>
                  <a:pt x="234982" y="469964"/>
                </a:lnTo>
                <a:cubicBezTo>
                  <a:pt x="261271" y="469964"/>
                  <a:pt x="282607" y="448628"/>
                  <a:pt x="282607" y="422339"/>
                </a:cubicBezTo>
                <a:lnTo>
                  <a:pt x="282607" y="330232"/>
                </a:lnTo>
                <a:cubicBezTo>
                  <a:pt x="282607" y="303943"/>
                  <a:pt x="303943" y="282607"/>
                  <a:pt x="330232" y="282607"/>
                </a:cubicBezTo>
                <a:lnTo>
                  <a:pt x="422339" y="282607"/>
                </a:lnTo>
                <a:cubicBezTo>
                  <a:pt x="448628" y="282607"/>
                  <a:pt x="469964" y="261271"/>
                  <a:pt x="469964" y="234982"/>
                </a:cubicBezTo>
                <a:lnTo>
                  <a:pt x="469964" y="234982"/>
                </a:lnTo>
                <a:cubicBezTo>
                  <a:pt x="470059" y="208693"/>
                  <a:pt x="448723" y="187357"/>
                  <a:pt x="422434" y="187357"/>
                </a:cubicBezTo>
                <a:close/>
              </a:path>
            </a:pathLst>
          </a:custGeom>
          <a:gradFill>
            <a:gsLst>
              <a:gs pos="0">
                <a:srgbClr val="A58DFB"/>
              </a:gs>
              <a:gs pos="50000">
                <a:srgbClr val="C6B9FB"/>
              </a:gs>
              <a:gs pos="100000">
                <a:srgbClr val="E3DDFD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None/>
            </a:pPr>
            <a:endParaRPr sz="1800" b="0" i="0" u="none" strike="noStrike" cap="none">
              <a:solidFill>
                <a:srgbClr val="4646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6" name="Google Shape;16;p117" descr="A black and grey logo&#10;&#10;AI-generated content may be incorrect."/>
          <p:cNvPicPr preferRelativeResize="0"/>
          <p:nvPr/>
        </p:nvPicPr>
        <p:blipFill rotWithShape="1">
          <a:blip r:embed="rId15">
            <a:alphaModFix/>
          </a:blip>
          <a:srcRect b="37276"/>
          <a:stretch/>
        </p:blipFill>
        <p:spPr>
          <a:xfrm>
            <a:off x="10753548" y="182886"/>
            <a:ext cx="456976" cy="160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17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1225564" y="158857"/>
            <a:ext cx="882798" cy="22169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4">
          <a:extLst>
            <a:ext uri="{FF2B5EF4-FFF2-40B4-BE49-F238E27FC236}">
              <a16:creationId xmlns:a16="http://schemas.microsoft.com/office/drawing/2014/main" id="{D3889735-1430-CA6C-011E-BB643DBF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5" name="Google Shape;2495;p90">
            <a:extLst>
              <a:ext uri="{FF2B5EF4-FFF2-40B4-BE49-F238E27FC236}">
                <a16:creationId xmlns:a16="http://schemas.microsoft.com/office/drawing/2014/main" id="{281CC510-F6D8-1A4B-AA7E-AA1FFC1070C4}"/>
              </a:ext>
            </a:extLst>
          </p:cNvPr>
          <p:cNvSpPr txBox="1"/>
          <p:nvPr/>
        </p:nvSpPr>
        <p:spPr>
          <a:xfrm>
            <a:off x="502920" y="283464"/>
            <a:ext cx="1088136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>
              <a:defRPr sz="2400" b="1">
                <a:solidFill>
                  <a:srgbClr val="141414"/>
                </a:solidFill>
                <a:latin typeface="Arial"/>
              </a:defRPr>
            </a:pP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Project Pitching Template | </a:t>
            </a:r>
            <a:r>
              <a:rPr lang="th-TH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วิชาที่ 7</a:t>
            </a:r>
          </a:p>
        </p:txBody>
      </p:sp>
      <p:sp>
        <p:nvSpPr>
          <p:cNvPr id="2496" name="Google Shape;2496;p90">
            <a:extLst>
              <a:ext uri="{FF2B5EF4-FFF2-40B4-BE49-F238E27FC236}">
                <a16:creationId xmlns:a16="http://schemas.microsoft.com/office/drawing/2014/main" id="{9F644B2B-2DCC-7579-324E-9E119560AF62}"/>
              </a:ext>
            </a:extLst>
          </p:cNvPr>
          <p:cNvSpPr txBox="1"/>
          <p:nvPr/>
        </p:nvSpPr>
        <p:spPr>
          <a:xfrm>
            <a:off x="521207" y="694944"/>
            <a:ext cx="10515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 err="1">
                <a:solidFill>
                  <a:srgbClr val="6A35D3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rPr>
              <a:t>วิชาที่</a:t>
            </a:r>
            <a:r>
              <a:rPr lang="en-US" sz="1050" b="1" i="0" u="none" strike="noStrike" cap="none" dirty="0">
                <a:solidFill>
                  <a:srgbClr val="6A35D3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rPr>
              <a:t> 7: AI Engineering / LLM / RAG / AI Workflow</a:t>
            </a:r>
            <a:endParaRPr dirty="0"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2497" name="Google Shape;2497;p90">
            <a:extLst>
              <a:ext uri="{FF2B5EF4-FFF2-40B4-BE49-F238E27FC236}">
                <a16:creationId xmlns:a16="http://schemas.microsoft.com/office/drawing/2014/main" id="{9C9432FD-4932-1DCD-8E11-FF10FBB17BCF}"/>
              </a:ext>
            </a:extLst>
          </p:cNvPr>
          <p:cNvSpPr/>
          <p:nvPr/>
        </p:nvSpPr>
        <p:spPr>
          <a:xfrm>
            <a:off x="502920" y="969264"/>
            <a:ext cx="10744200" cy="18288"/>
          </a:xfrm>
          <a:prstGeom prst="rect">
            <a:avLst/>
          </a:prstGeom>
          <a:solidFill>
            <a:srgbClr val="E1E1E6"/>
          </a:solidFill>
          <a:ln w="9525" cap="flat" cmpd="sng">
            <a:solidFill>
              <a:srgbClr val="E1E1E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Google Sans" pitchFamily="2" charset="0"/>
              <a:ea typeface="Google Sans" pitchFamily="2" charset="0"/>
              <a:cs typeface="Google Sans" pitchFamily="2" charset="0"/>
              <a:sym typeface="Arial"/>
            </a:endParaRPr>
          </a:p>
        </p:txBody>
      </p:sp>
      <p:sp>
        <p:nvSpPr>
          <p:cNvPr id="2498" name="Google Shape;2498;p90">
            <a:extLst>
              <a:ext uri="{FF2B5EF4-FFF2-40B4-BE49-F238E27FC236}">
                <a16:creationId xmlns:a16="http://schemas.microsoft.com/office/drawing/2014/main" id="{3B1A037C-996A-76C9-B037-657EF9F13C06}"/>
              </a:ext>
            </a:extLst>
          </p:cNvPr>
          <p:cNvSpPr txBox="1"/>
          <p:nvPr/>
        </p:nvSpPr>
        <p:spPr>
          <a:xfrm>
            <a:off x="521207" y="1097280"/>
            <a:ext cx="10789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323232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rPr>
              <a:t>แบบฟอร์มนำเสนอโปรเจกต์ — กรอกข้อมูลให้ครบก่อนส่ง</a:t>
            </a:r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2499" name="Google Shape;2499;p90">
            <a:extLst>
              <a:ext uri="{FF2B5EF4-FFF2-40B4-BE49-F238E27FC236}">
                <a16:creationId xmlns:a16="http://schemas.microsoft.com/office/drawing/2014/main" id="{EDC14B8C-2E80-4D17-6C31-8452C93C413A}"/>
              </a:ext>
            </a:extLst>
          </p:cNvPr>
          <p:cNvSpPr/>
          <p:nvPr/>
        </p:nvSpPr>
        <p:spPr>
          <a:xfrm>
            <a:off x="960120" y="1737360"/>
            <a:ext cx="10149840" cy="2880360"/>
          </a:xfrm>
          <a:prstGeom prst="rect">
            <a:avLst/>
          </a:prstGeom>
          <a:solidFill>
            <a:srgbClr val="EFEBFF"/>
          </a:solidFill>
          <a:ln w="9525" cap="flat" cmpd="sng">
            <a:solidFill>
              <a:srgbClr val="E1E1E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Google Sans" pitchFamily="2" charset="0"/>
              <a:ea typeface="Google Sans" pitchFamily="2" charset="0"/>
              <a:cs typeface="Google Sans" pitchFamily="2" charset="0"/>
              <a:sym typeface="Arial"/>
            </a:endParaRPr>
          </a:p>
        </p:txBody>
      </p:sp>
      <p:sp>
        <p:nvSpPr>
          <p:cNvPr id="2500" name="Google Shape;2500;p90">
            <a:extLst>
              <a:ext uri="{FF2B5EF4-FFF2-40B4-BE49-F238E27FC236}">
                <a16:creationId xmlns:a16="http://schemas.microsoft.com/office/drawing/2014/main" id="{01510529-7A52-B3CB-9B3A-31F3335959FA}"/>
              </a:ext>
            </a:extLst>
          </p:cNvPr>
          <p:cNvSpPr txBox="1"/>
          <p:nvPr/>
        </p:nvSpPr>
        <p:spPr>
          <a:xfrm>
            <a:off x="1188720" y="193852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562BA4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rPr>
              <a:t>Submission Fields</a:t>
            </a:r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2501" name="Google Shape;2501;p90">
            <a:extLst>
              <a:ext uri="{FF2B5EF4-FFF2-40B4-BE49-F238E27FC236}">
                <a16:creationId xmlns:a16="http://schemas.microsoft.com/office/drawing/2014/main" id="{5A6CFBF2-FD82-926D-8A07-C8702A38CA03}"/>
              </a:ext>
            </a:extLst>
          </p:cNvPr>
          <p:cNvSpPr/>
          <p:nvPr/>
        </p:nvSpPr>
        <p:spPr>
          <a:xfrm>
            <a:off x="1280160" y="2514600"/>
            <a:ext cx="4526280" cy="65836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1E1E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Google Sans" pitchFamily="2" charset="0"/>
              <a:ea typeface="Google Sans" pitchFamily="2" charset="0"/>
              <a:cs typeface="Google Sans" pitchFamily="2" charset="0"/>
              <a:sym typeface="Arial"/>
            </a:endParaRPr>
          </a:p>
        </p:txBody>
      </p:sp>
      <p:sp>
        <p:nvSpPr>
          <p:cNvPr id="2502" name="Google Shape;2502;p90">
            <a:extLst>
              <a:ext uri="{FF2B5EF4-FFF2-40B4-BE49-F238E27FC236}">
                <a16:creationId xmlns:a16="http://schemas.microsoft.com/office/drawing/2014/main" id="{97452930-8F7C-6314-339B-F718277068E4}"/>
              </a:ext>
            </a:extLst>
          </p:cNvPr>
          <p:cNvSpPr txBox="1"/>
          <p:nvPr/>
        </p:nvSpPr>
        <p:spPr>
          <a:xfrm>
            <a:off x="1389888" y="2615184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41414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rPr>
              <a:t>Project Topic (หัวข้อ):</a:t>
            </a:r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2503" name="Google Shape;2503;p90">
            <a:extLst>
              <a:ext uri="{FF2B5EF4-FFF2-40B4-BE49-F238E27FC236}">
                <a16:creationId xmlns:a16="http://schemas.microsoft.com/office/drawing/2014/main" id="{D90E2F68-9E5B-199E-D7BA-4EEE677241A0}"/>
              </a:ext>
            </a:extLst>
          </p:cNvPr>
          <p:cNvSpPr txBox="1"/>
          <p:nvPr/>
        </p:nvSpPr>
        <p:spPr>
          <a:xfrm>
            <a:off x="1389888" y="2871216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7A7A7A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rPr>
              <a:t>เลือกหัวข้อที่ต้องการทำ</a:t>
            </a:r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2504" name="Google Shape;2504;p90">
            <a:extLst>
              <a:ext uri="{FF2B5EF4-FFF2-40B4-BE49-F238E27FC236}">
                <a16:creationId xmlns:a16="http://schemas.microsoft.com/office/drawing/2014/main" id="{C92ED0FE-2AA4-E124-9894-061D6068763C}"/>
              </a:ext>
            </a:extLst>
          </p:cNvPr>
          <p:cNvSpPr/>
          <p:nvPr/>
        </p:nvSpPr>
        <p:spPr>
          <a:xfrm>
            <a:off x="6217920" y="2514600"/>
            <a:ext cx="4526280" cy="65836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1E1E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Google Sans" pitchFamily="2" charset="0"/>
              <a:ea typeface="Google Sans" pitchFamily="2" charset="0"/>
              <a:cs typeface="Google Sans" pitchFamily="2" charset="0"/>
              <a:sym typeface="Arial"/>
            </a:endParaRPr>
          </a:p>
        </p:txBody>
      </p:sp>
      <p:sp>
        <p:nvSpPr>
          <p:cNvPr id="2505" name="Google Shape;2505;p90">
            <a:extLst>
              <a:ext uri="{FF2B5EF4-FFF2-40B4-BE49-F238E27FC236}">
                <a16:creationId xmlns:a16="http://schemas.microsoft.com/office/drawing/2014/main" id="{4A8420EB-1B00-7858-0D0F-E52357CBDDA1}"/>
              </a:ext>
            </a:extLst>
          </p:cNvPr>
          <p:cNvSpPr txBox="1"/>
          <p:nvPr/>
        </p:nvSpPr>
        <p:spPr>
          <a:xfrm>
            <a:off x="6327648" y="2615184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41414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rPr>
              <a:t>Topic Number:</a:t>
            </a:r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2506" name="Google Shape;2506;p90">
            <a:extLst>
              <a:ext uri="{FF2B5EF4-FFF2-40B4-BE49-F238E27FC236}">
                <a16:creationId xmlns:a16="http://schemas.microsoft.com/office/drawing/2014/main" id="{BAE8FCC6-EE9A-7624-C916-A5A4D6CD906E}"/>
              </a:ext>
            </a:extLst>
          </p:cNvPr>
          <p:cNvSpPr txBox="1"/>
          <p:nvPr/>
        </p:nvSpPr>
        <p:spPr>
          <a:xfrm>
            <a:off x="6327648" y="2871216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7A7A7A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rPr>
              <a:t>ระบุหมายเลข topic (1-10)</a:t>
            </a:r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2507" name="Google Shape;2507;p90">
            <a:extLst>
              <a:ext uri="{FF2B5EF4-FFF2-40B4-BE49-F238E27FC236}">
                <a16:creationId xmlns:a16="http://schemas.microsoft.com/office/drawing/2014/main" id="{C678B953-113A-BC92-E71A-2CAF65C08E47}"/>
              </a:ext>
            </a:extLst>
          </p:cNvPr>
          <p:cNvSpPr/>
          <p:nvPr/>
        </p:nvSpPr>
        <p:spPr>
          <a:xfrm>
            <a:off x="1280160" y="3520439"/>
            <a:ext cx="4526280" cy="65836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1E1E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Google Sans" pitchFamily="2" charset="0"/>
              <a:ea typeface="Google Sans" pitchFamily="2" charset="0"/>
              <a:cs typeface="Google Sans" pitchFamily="2" charset="0"/>
              <a:sym typeface="Arial"/>
            </a:endParaRPr>
          </a:p>
        </p:txBody>
      </p:sp>
      <p:sp>
        <p:nvSpPr>
          <p:cNvPr id="2508" name="Google Shape;2508;p90">
            <a:extLst>
              <a:ext uri="{FF2B5EF4-FFF2-40B4-BE49-F238E27FC236}">
                <a16:creationId xmlns:a16="http://schemas.microsoft.com/office/drawing/2014/main" id="{70D68BC2-A881-1A87-DD0C-97FD6807B680}"/>
              </a:ext>
            </a:extLst>
          </p:cNvPr>
          <p:cNvSpPr txBox="1"/>
          <p:nvPr/>
        </p:nvSpPr>
        <p:spPr>
          <a:xfrm>
            <a:off x="1389888" y="3621023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41414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rPr>
              <a:t>Group Name:</a:t>
            </a:r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2509" name="Google Shape;2509;p90">
            <a:extLst>
              <a:ext uri="{FF2B5EF4-FFF2-40B4-BE49-F238E27FC236}">
                <a16:creationId xmlns:a16="http://schemas.microsoft.com/office/drawing/2014/main" id="{8BFDBD55-4A28-5591-8209-3276745B180D}"/>
              </a:ext>
            </a:extLst>
          </p:cNvPr>
          <p:cNvSpPr txBox="1"/>
          <p:nvPr/>
        </p:nvSpPr>
        <p:spPr>
          <a:xfrm>
            <a:off x="1389888" y="3877055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7A7A7A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rPr>
              <a:t>ชื่อกลุ่ม</a:t>
            </a:r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2510" name="Google Shape;2510;p90">
            <a:extLst>
              <a:ext uri="{FF2B5EF4-FFF2-40B4-BE49-F238E27FC236}">
                <a16:creationId xmlns:a16="http://schemas.microsoft.com/office/drawing/2014/main" id="{6EEEF365-F900-57ED-D715-94200BDDD15A}"/>
              </a:ext>
            </a:extLst>
          </p:cNvPr>
          <p:cNvSpPr/>
          <p:nvPr/>
        </p:nvSpPr>
        <p:spPr>
          <a:xfrm>
            <a:off x="6217920" y="3520439"/>
            <a:ext cx="4526280" cy="65836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1E1E6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Google Sans" pitchFamily="2" charset="0"/>
              <a:ea typeface="Google Sans" pitchFamily="2" charset="0"/>
              <a:cs typeface="Google Sans" pitchFamily="2" charset="0"/>
              <a:sym typeface="Arial"/>
            </a:endParaRPr>
          </a:p>
        </p:txBody>
      </p:sp>
      <p:sp>
        <p:nvSpPr>
          <p:cNvPr id="2511" name="Google Shape;2511;p90">
            <a:extLst>
              <a:ext uri="{FF2B5EF4-FFF2-40B4-BE49-F238E27FC236}">
                <a16:creationId xmlns:a16="http://schemas.microsoft.com/office/drawing/2014/main" id="{E8B6A8DF-725F-35E2-4732-7226455B40A9}"/>
              </a:ext>
            </a:extLst>
          </p:cNvPr>
          <p:cNvSpPr txBox="1"/>
          <p:nvPr/>
        </p:nvSpPr>
        <p:spPr>
          <a:xfrm>
            <a:off x="6327648" y="3621023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41414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rPr>
              <a:t>Date Submitted:</a:t>
            </a:r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2512" name="Google Shape;2512;p90">
            <a:extLst>
              <a:ext uri="{FF2B5EF4-FFF2-40B4-BE49-F238E27FC236}">
                <a16:creationId xmlns:a16="http://schemas.microsoft.com/office/drawing/2014/main" id="{D53E70EC-FADF-0052-82B2-34DD779735F7}"/>
              </a:ext>
            </a:extLst>
          </p:cNvPr>
          <p:cNvSpPr txBox="1"/>
          <p:nvPr/>
        </p:nvSpPr>
        <p:spPr>
          <a:xfrm>
            <a:off x="6327648" y="3877055"/>
            <a:ext cx="429768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9125" rIns="18275" bIns="91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7A7A7A"/>
                </a:solidFill>
                <a:latin typeface="Google Sans" pitchFamily="2" charset="0"/>
                <a:ea typeface="Google Sans" pitchFamily="2" charset="0"/>
                <a:cs typeface="Google Sans" pitchFamily="2" charset="0"/>
                <a:sym typeface="Arial"/>
              </a:rPr>
              <a:t>วัน/เดือน/ปี</a:t>
            </a:r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058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E593E-5D52-4223-943D-772F51A42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BCE3A1-1E4D-38C8-1325-756DFD080453}"/>
              </a:ext>
            </a:extLst>
          </p:cNvPr>
          <p:cNvSpPr txBox="1"/>
          <p:nvPr/>
        </p:nvSpPr>
        <p:spPr>
          <a:xfrm>
            <a:off x="502920" y="283464"/>
            <a:ext cx="10881360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2400" b="1">
                <a:solidFill>
                  <a:srgbClr val="141414"/>
                </a:solidFill>
                <a:latin typeface="Arial"/>
              </a:defRPr>
            </a:pPr>
            <a:r>
              <a:rPr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Project </a:t>
            </a: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Pitching</a:t>
            </a:r>
            <a:r>
              <a:rPr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Template | </a:t>
            </a:r>
            <a:r>
              <a:rPr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วิชาที่</a:t>
            </a:r>
            <a:r>
              <a:rPr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FF0B0C-3F4F-64E5-CB38-0A25F4E31F3E}"/>
              </a:ext>
            </a:extLst>
          </p:cNvPr>
          <p:cNvSpPr txBox="1"/>
          <p:nvPr/>
        </p:nvSpPr>
        <p:spPr>
          <a:xfrm>
            <a:off x="521207" y="694944"/>
            <a:ext cx="105156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A35D3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AI Engineering / LLM / RAG / AI Workflow • Overview, problem statement, 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E47E86-12EC-E0B6-B17B-057FB33303B1}"/>
              </a:ext>
            </a:extLst>
          </p:cNvPr>
          <p:cNvSpPr/>
          <p:nvPr/>
        </p:nvSpPr>
        <p:spPr>
          <a:xfrm>
            <a:off x="502920" y="969264"/>
            <a:ext cx="10744200" cy="18288"/>
          </a:xfrm>
          <a:prstGeom prst="rect">
            <a:avLst/>
          </a:prstGeom>
          <a:solidFill>
            <a:srgbClr val="E1E1E6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F87D8-6282-7896-CDBD-3DE1D72211CA}"/>
              </a:ext>
            </a:extLst>
          </p:cNvPr>
          <p:cNvSpPr txBox="1"/>
          <p:nvPr/>
        </p:nvSpPr>
        <p:spPr>
          <a:xfrm>
            <a:off x="548640" y="1124712"/>
            <a:ext cx="54406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1270" b="1">
                <a:solidFill>
                  <a:srgbClr val="562BA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1. Project Overview (ภาพรวมโปรเจกต์)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158E88-EEDF-22D3-850A-BB28D4F82109}"/>
              </a:ext>
            </a:extLst>
          </p:cNvPr>
          <p:cNvSpPr/>
          <p:nvPr/>
        </p:nvSpPr>
        <p:spPr>
          <a:xfrm>
            <a:off x="548640" y="1399032"/>
            <a:ext cx="5440680" cy="13716"/>
          </a:xfrm>
          <a:prstGeom prst="rect">
            <a:avLst/>
          </a:prstGeom>
          <a:solidFill>
            <a:srgbClr val="562BA4"/>
          </a:solidFill>
          <a:ln>
            <a:solidFill>
              <a:srgbClr val="562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4695C1-791E-6552-E8E0-49ACB371CCB7}"/>
              </a:ext>
            </a:extLst>
          </p:cNvPr>
          <p:cNvSpPr txBox="1"/>
          <p:nvPr/>
        </p:nvSpPr>
        <p:spPr>
          <a:xfrm>
            <a:off x="594360" y="1527048"/>
            <a:ext cx="1298448" cy="27432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60" b="1">
                <a:solidFill>
                  <a:srgbClr val="14141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Project Title: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32E997-2C0F-5AF9-2B74-842793BE8D69}"/>
              </a:ext>
            </a:extLst>
          </p:cNvPr>
          <p:cNvSpPr/>
          <p:nvPr/>
        </p:nvSpPr>
        <p:spPr>
          <a:xfrm>
            <a:off x="1892807" y="1751075"/>
            <a:ext cx="4050791" cy="10972"/>
          </a:xfrm>
          <a:prstGeom prst="rect">
            <a:avLst/>
          </a:prstGeom>
          <a:solidFill>
            <a:srgbClr val="E1E1E6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5899FE-DC2F-DA5D-44BC-F1870A6D931A}"/>
              </a:ext>
            </a:extLst>
          </p:cNvPr>
          <p:cNvSpPr txBox="1"/>
          <p:nvPr/>
        </p:nvSpPr>
        <p:spPr>
          <a:xfrm>
            <a:off x="1938527" y="1545336"/>
            <a:ext cx="4005072" cy="256031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60" b="0">
                <a:solidFill>
                  <a:srgbClr val="7A7A7A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ชื่อโปรเจกต์ (ภาษาอังกฤษ)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D3416B-2FF7-BB33-FEDC-87A292B04B1F}"/>
              </a:ext>
            </a:extLst>
          </p:cNvPr>
          <p:cNvSpPr txBox="1"/>
          <p:nvPr/>
        </p:nvSpPr>
        <p:spPr>
          <a:xfrm>
            <a:off x="594360" y="1920240"/>
            <a:ext cx="1298448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40" b="1">
                <a:solidFill>
                  <a:srgbClr val="14141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Project Description: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CADBFF-7D10-9E62-1DFC-AA1CD85B852A}"/>
              </a:ext>
            </a:extLst>
          </p:cNvPr>
          <p:cNvSpPr/>
          <p:nvPr/>
        </p:nvSpPr>
        <p:spPr>
          <a:xfrm>
            <a:off x="1892807" y="2253996"/>
            <a:ext cx="4050791" cy="10972"/>
          </a:xfrm>
          <a:prstGeom prst="rect">
            <a:avLst/>
          </a:prstGeom>
          <a:solidFill>
            <a:srgbClr val="E1E1E6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BBEF5F-97AF-C992-440F-4D8FE6BABCAF}"/>
              </a:ext>
            </a:extLst>
          </p:cNvPr>
          <p:cNvSpPr txBox="1"/>
          <p:nvPr/>
        </p:nvSpPr>
        <p:spPr>
          <a:xfrm>
            <a:off x="1938527" y="1938528"/>
            <a:ext cx="4005072" cy="365759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40" b="0">
                <a:solidFill>
                  <a:srgbClr val="7A7A7A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อธิบายสั้น ๆ ว่าโปรเจกต์นี้ทำอะไร (2-3 ประโยค)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03467D-5BF0-FA93-167D-E70310C2DD03}"/>
              </a:ext>
            </a:extLst>
          </p:cNvPr>
          <p:cNvSpPr txBox="1"/>
          <p:nvPr/>
        </p:nvSpPr>
        <p:spPr>
          <a:xfrm>
            <a:off x="594360" y="2468879"/>
            <a:ext cx="1298448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40" b="1">
                <a:solidFill>
                  <a:srgbClr val="14141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Business Context: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1A777F-6461-BCFF-BB64-FF9A2E30521E}"/>
              </a:ext>
            </a:extLst>
          </p:cNvPr>
          <p:cNvSpPr/>
          <p:nvPr/>
        </p:nvSpPr>
        <p:spPr>
          <a:xfrm>
            <a:off x="1892807" y="2729483"/>
            <a:ext cx="4050791" cy="10972"/>
          </a:xfrm>
          <a:prstGeom prst="rect">
            <a:avLst/>
          </a:prstGeom>
          <a:solidFill>
            <a:srgbClr val="E1E1E6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4F1471-FA6C-10C5-5457-8791FC797B56}"/>
              </a:ext>
            </a:extLst>
          </p:cNvPr>
          <p:cNvSpPr txBox="1"/>
          <p:nvPr/>
        </p:nvSpPr>
        <p:spPr>
          <a:xfrm>
            <a:off x="1938527" y="2487168"/>
            <a:ext cx="4005072" cy="29260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40" b="0">
                <a:solidFill>
                  <a:srgbClr val="7A7A7A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บริษัท / อุตสาหกรรม / บริบทที่โปรเจกต์นี้ใช้งาน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012302-0F86-5DD0-B4AA-4BCCDF6899ED}"/>
              </a:ext>
            </a:extLst>
          </p:cNvPr>
          <p:cNvSpPr txBox="1"/>
          <p:nvPr/>
        </p:nvSpPr>
        <p:spPr>
          <a:xfrm>
            <a:off x="548640" y="2788920"/>
            <a:ext cx="54406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1270" b="1">
                <a:solidFill>
                  <a:srgbClr val="562BA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2. Problem Statement (ปัญหาที่ต้องการแก้ไข)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A56BA5-7744-83C3-A50D-CFEADBB9DD24}"/>
              </a:ext>
            </a:extLst>
          </p:cNvPr>
          <p:cNvSpPr/>
          <p:nvPr/>
        </p:nvSpPr>
        <p:spPr>
          <a:xfrm>
            <a:off x="548640" y="3063239"/>
            <a:ext cx="5440680" cy="13716"/>
          </a:xfrm>
          <a:prstGeom prst="rect">
            <a:avLst/>
          </a:prstGeom>
          <a:solidFill>
            <a:srgbClr val="562BA4"/>
          </a:solidFill>
          <a:ln>
            <a:solidFill>
              <a:srgbClr val="562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81CF17-5673-2644-5918-E457AC86320C}"/>
              </a:ext>
            </a:extLst>
          </p:cNvPr>
          <p:cNvSpPr txBox="1"/>
          <p:nvPr/>
        </p:nvSpPr>
        <p:spPr>
          <a:xfrm>
            <a:off x="594360" y="3191256"/>
            <a:ext cx="129844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40" b="1">
                <a:solidFill>
                  <a:srgbClr val="14141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Current Problem: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A94F9A-D58B-8E5A-D645-F2BD2097061D}"/>
              </a:ext>
            </a:extLst>
          </p:cNvPr>
          <p:cNvSpPr/>
          <p:nvPr/>
        </p:nvSpPr>
        <p:spPr>
          <a:xfrm>
            <a:off x="1892807" y="3470147"/>
            <a:ext cx="4050791" cy="10972"/>
          </a:xfrm>
          <a:prstGeom prst="rect">
            <a:avLst/>
          </a:prstGeom>
          <a:solidFill>
            <a:srgbClr val="E1E1E6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28B327-16B9-9EF5-88F7-92EC57886565}"/>
              </a:ext>
            </a:extLst>
          </p:cNvPr>
          <p:cNvSpPr txBox="1"/>
          <p:nvPr/>
        </p:nvSpPr>
        <p:spPr>
          <a:xfrm>
            <a:off x="1938527" y="3209544"/>
            <a:ext cx="4005072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40" b="0">
                <a:solidFill>
                  <a:srgbClr val="7A7A7A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ปัญหาที่มีอยู่ตอนนี้คืออะไร? ทำไมถึงเป็นปัญหา?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D36D05-E112-DC6F-212D-3F2357799FE5}"/>
              </a:ext>
            </a:extLst>
          </p:cNvPr>
          <p:cNvSpPr txBox="1"/>
          <p:nvPr/>
        </p:nvSpPr>
        <p:spPr>
          <a:xfrm>
            <a:off x="594360" y="3685031"/>
            <a:ext cx="129844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40" b="1">
                <a:solidFill>
                  <a:srgbClr val="14141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Impact of Problem: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71ED83-2745-ECA2-02BD-16860E740E1D}"/>
              </a:ext>
            </a:extLst>
          </p:cNvPr>
          <p:cNvSpPr/>
          <p:nvPr/>
        </p:nvSpPr>
        <p:spPr>
          <a:xfrm>
            <a:off x="1892807" y="3963924"/>
            <a:ext cx="4050791" cy="10972"/>
          </a:xfrm>
          <a:prstGeom prst="rect">
            <a:avLst/>
          </a:prstGeom>
          <a:solidFill>
            <a:srgbClr val="E1E1E6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900E83-4F5A-06C7-C92C-9D5E26E4632F}"/>
              </a:ext>
            </a:extLst>
          </p:cNvPr>
          <p:cNvSpPr txBox="1"/>
          <p:nvPr/>
        </p:nvSpPr>
        <p:spPr>
          <a:xfrm>
            <a:off x="1938527" y="3703320"/>
            <a:ext cx="4005072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40" b="0">
                <a:solidFill>
                  <a:srgbClr val="7A7A7A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ปัญหานี้กระทบอะไรบ้าง? (เวลา, ค่าใช้จ่าย, ความแม่นยำ ฯลฯ)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41119E-78CE-C860-7743-BD95F95CC1A1}"/>
              </a:ext>
            </a:extLst>
          </p:cNvPr>
          <p:cNvSpPr txBox="1"/>
          <p:nvPr/>
        </p:nvSpPr>
        <p:spPr>
          <a:xfrm>
            <a:off x="594360" y="4178807"/>
            <a:ext cx="1298448" cy="329184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40" b="1">
                <a:solidFill>
                  <a:srgbClr val="14141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Proposed Solution: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C622AF-B934-FC08-4CF0-0D30F8B483C7}"/>
              </a:ext>
            </a:extLst>
          </p:cNvPr>
          <p:cNvSpPr/>
          <p:nvPr/>
        </p:nvSpPr>
        <p:spPr>
          <a:xfrm>
            <a:off x="1892807" y="4457700"/>
            <a:ext cx="4050791" cy="10972"/>
          </a:xfrm>
          <a:prstGeom prst="rect">
            <a:avLst/>
          </a:prstGeom>
          <a:solidFill>
            <a:srgbClr val="E1E1E6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3F3A82-A642-5F83-9613-D90091DE02D5}"/>
              </a:ext>
            </a:extLst>
          </p:cNvPr>
          <p:cNvSpPr txBox="1"/>
          <p:nvPr/>
        </p:nvSpPr>
        <p:spPr>
          <a:xfrm>
            <a:off x="1938527" y="4197096"/>
            <a:ext cx="4005072" cy="31089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40" b="0">
                <a:solidFill>
                  <a:srgbClr val="7A7A7A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โปรเจกต์นี้จะแก้ปัญหาอย่างไร?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7039AAD-3DE4-3A11-7839-17D5626D731B}"/>
              </a:ext>
            </a:extLst>
          </p:cNvPr>
          <p:cNvSpPr txBox="1"/>
          <p:nvPr/>
        </p:nvSpPr>
        <p:spPr>
          <a:xfrm>
            <a:off x="6355080" y="1124712"/>
            <a:ext cx="521208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1270" b="1">
                <a:solidFill>
                  <a:srgbClr val="562BA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3. Objectives (วัตถุประสงค์) — SMART Goals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C67830-2EBF-1211-55C2-77AA5F87D83E}"/>
              </a:ext>
            </a:extLst>
          </p:cNvPr>
          <p:cNvSpPr/>
          <p:nvPr/>
        </p:nvSpPr>
        <p:spPr>
          <a:xfrm>
            <a:off x="6355080" y="1399032"/>
            <a:ext cx="5212080" cy="13716"/>
          </a:xfrm>
          <a:prstGeom prst="rect">
            <a:avLst/>
          </a:prstGeom>
          <a:solidFill>
            <a:srgbClr val="562BA4"/>
          </a:solidFill>
          <a:ln>
            <a:solidFill>
              <a:srgbClr val="562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F74BAF-BA5E-E7FE-3D94-F57C7DDD08BC}"/>
              </a:ext>
            </a:extLst>
          </p:cNvPr>
          <p:cNvSpPr txBox="1"/>
          <p:nvPr/>
        </p:nvSpPr>
        <p:spPr>
          <a:xfrm>
            <a:off x="6400800" y="1472184"/>
            <a:ext cx="50292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950" b="0">
                <a:solidFill>
                  <a:srgbClr val="323232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ระบุวัตถุประสงค์ 3-5 ข้อ (SMART Goals)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980398-A014-2590-1F2F-9217F5E3E839}"/>
              </a:ext>
            </a:extLst>
          </p:cNvPr>
          <p:cNvSpPr txBox="1"/>
          <p:nvPr/>
        </p:nvSpPr>
        <p:spPr>
          <a:xfrm>
            <a:off x="6400800" y="1856231"/>
            <a:ext cx="2286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14141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1.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9E8587-38F9-21C7-9388-74A23CBA1CCC}"/>
              </a:ext>
            </a:extLst>
          </p:cNvPr>
          <p:cNvSpPr/>
          <p:nvPr/>
        </p:nvSpPr>
        <p:spPr>
          <a:xfrm>
            <a:off x="6656832" y="1984248"/>
            <a:ext cx="4800600" cy="10972"/>
          </a:xfrm>
          <a:prstGeom prst="rect">
            <a:avLst/>
          </a:prstGeom>
          <a:solidFill>
            <a:srgbClr val="E1E1E6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BD788B-6680-10F3-041D-9A44D44595F5}"/>
              </a:ext>
            </a:extLst>
          </p:cNvPr>
          <p:cNvSpPr txBox="1"/>
          <p:nvPr/>
        </p:nvSpPr>
        <p:spPr>
          <a:xfrm>
            <a:off x="6693408" y="1828799"/>
            <a:ext cx="46177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7A7A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ระบุวัตถุประสงค์...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2BFC85-E0B8-C360-781F-48971A3E489C}"/>
              </a:ext>
            </a:extLst>
          </p:cNvPr>
          <p:cNvSpPr txBox="1"/>
          <p:nvPr/>
        </p:nvSpPr>
        <p:spPr>
          <a:xfrm>
            <a:off x="6400800" y="2386584"/>
            <a:ext cx="2286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14141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2.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C9D077-E27A-A0DE-AE3A-AE1D69BE0ACC}"/>
              </a:ext>
            </a:extLst>
          </p:cNvPr>
          <p:cNvSpPr/>
          <p:nvPr/>
        </p:nvSpPr>
        <p:spPr>
          <a:xfrm>
            <a:off x="6656832" y="2514600"/>
            <a:ext cx="4800600" cy="10972"/>
          </a:xfrm>
          <a:prstGeom prst="rect">
            <a:avLst/>
          </a:prstGeom>
          <a:solidFill>
            <a:srgbClr val="E1E1E6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EF3952-5ACF-92B5-8D28-B6F97156E029}"/>
              </a:ext>
            </a:extLst>
          </p:cNvPr>
          <p:cNvSpPr txBox="1"/>
          <p:nvPr/>
        </p:nvSpPr>
        <p:spPr>
          <a:xfrm>
            <a:off x="6693408" y="2359151"/>
            <a:ext cx="46177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7A7A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ระบุวัตถุประสงค์...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C61AD1-885B-BCBB-3ED6-3D4C9F6F056F}"/>
              </a:ext>
            </a:extLst>
          </p:cNvPr>
          <p:cNvSpPr txBox="1"/>
          <p:nvPr/>
        </p:nvSpPr>
        <p:spPr>
          <a:xfrm>
            <a:off x="6400800" y="2916935"/>
            <a:ext cx="2286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14141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3.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F2857DE-5F58-03D3-BE45-17DAF1CE6703}"/>
              </a:ext>
            </a:extLst>
          </p:cNvPr>
          <p:cNvSpPr/>
          <p:nvPr/>
        </p:nvSpPr>
        <p:spPr>
          <a:xfrm>
            <a:off x="6656832" y="3044952"/>
            <a:ext cx="4800600" cy="10972"/>
          </a:xfrm>
          <a:prstGeom prst="rect">
            <a:avLst/>
          </a:prstGeom>
          <a:solidFill>
            <a:srgbClr val="E1E1E6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B920F3-8500-3427-E2A7-F9068288BF33}"/>
              </a:ext>
            </a:extLst>
          </p:cNvPr>
          <p:cNvSpPr txBox="1"/>
          <p:nvPr/>
        </p:nvSpPr>
        <p:spPr>
          <a:xfrm>
            <a:off x="6693408" y="2889503"/>
            <a:ext cx="46177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7A7A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ระบุวัตถุประสงค์...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64DF715-335F-5E78-6A8B-D8DA9EBE181E}"/>
              </a:ext>
            </a:extLst>
          </p:cNvPr>
          <p:cNvSpPr txBox="1"/>
          <p:nvPr/>
        </p:nvSpPr>
        <p:spPr>
          <a:xfrm>
            <a:off x="6400800" y="3447287"/>
            <a:ext cx="2286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14141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4.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1FF6F47-6F93-ADF1-E187-F6C9F4969A19}"/>
              </a:ext>
            </a:extLst>
          </p:cNvPr>
          <p:cNvSpPr/>
          <p:nvPr/>
        </p:nvSpPr>
        <p:spPr>
          <a:xfrm>
            <a:off x="6656832" y="3575303"/>
            <a:ext cx="4800600" cy="10972"/>
          </a:xfrm>
          <a:prstGeom prst="rect">
            <a:avLst/>
          </a:prstGeom>
          <a:solidFill>
            <a:srgbClr val="E1E1E6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B0CB08-F3F6-200C-1DD4-DDCCB8ED4FD3}"/>
              </a:ext>
            </a:extLst>
          </p:cNvPr>
          <p:cNvSpPr txBox="1"/>
          <p:nvPr/>
        </p:nvSpPr>
        <p:spPr>
          <a:xfrm>
            <a:off x="6693408" y="3419855"/>
            <a:ext cx="46177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7A7A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ระบุวัตถุประสงค์...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8364214-318D-B385-F6BC-F1257325D2F7}"/>
              </a:ext>
            </a:extLst>
          </p:cNvPr>
          <p:cNvSpPr txBox="1"/>
          <p:nvPr/>
        </p:nvSpPr>
        <p:spPr>
          <a:xfrm>
            <a:off x="6400800" y="3977639"/>
            <a:ext cx="2286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950" b="1">
                <a:solidFill>
                  <a:srgbClr val="14141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5.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E6F98C9-1B8A-17A5-3D25-C6D9D38CC059}"/>
              </a:ext>
            </a:extLst>
          </p:cNvPr>
          <p:cNvSpPr/>
          <p:nvPr/>
        </p:nvSpPr>
        <p:spPr>
          <a:xfrm>
            <a:off x="6656832" y="4105656"/>
            <a:ext cx="4800600" cy="10972"/>
          </a:xfrm>
          <a:prstGeom prst="rect">
            <a:avLst/>
          </a:prstGeom>
          <a:solidFill>
            <a:srgbClr val="E1E1E6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026B18-B12C-7913-7996-5513AF6EFE50}"/>
              </a:ext>
            </a:extLst>
          </p:cNvPr>
          <p:cNvSpPr txBox="1"/>
          <p:nvPr/>
        </p:nvSpPr>
        <p:spPr>
          <a:xfrm>
            <a:off x="6693408" y="3950207"/>
            <a:ext cx="46177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900" b="0">
                <a:solidFill>
                  <a:srgbClr val="7A7A7A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ระบุวัตถุประสงค์...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535342D-A98B-D7A9-9A9E-3FA95D9444AE}"/>
              </a:ext>
            </a:extLst>
          </p:cNvPr>
          <p:cNvSpPr/>
          <p:nvPr/>
        </p:nvSpPr>
        <p:spPr>
          <a:xfrm>
            <a:off x="6446520" y="4709160"/>
            <a:ext cx="4983480" cy="758952"/>
          </a:xfrm>
          <a:prstGeom prst="rect">
            <a:avLst/>
          </a:prstGeom>
          <a:solidFill>
            <a:srgbClr val="FAFAFC"/>
          </a:solidFill>
          <a:ln w="8890"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33A5A5-1B9A-664B-B9B3-4D99AA64300E}"/>
              </a:ext>
            </a:extLst>
          </p:cNvPr>
          <p:cNvSpPr txBox="1"/>
          <p:nvPr/>
        </p:nvSpPr>
        <p:spPr>
          <a:xfrm>
            <a:off x="6583680" y="4837176"/>
            <a:ext cx="50292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919" b="1">
                <a:solidFill>
                  <a:srgbClr val="562BA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Tip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2F7E77-8579-3AAC-A43C-2E3FF3F01347}"/>
              </a:ext>
            </a:extLst>
          </p:cNvPr>
          <p:cNvSpPr txBox="1"/>
          <p:nvPr/>
        </p:nvSpPr>
        <p:spPr>
          <a:xfrm>
            <a:off x="7114032" y="4828032"/>
            <a:ext cx="4114800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19" b="0">
                <a:solidFill>
                  <a:srgbClr val="323232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Use measurable outcomes where possible, e.g., reduce SLA breach detection time or improve report accuracy.</a:t>
            </a:r>
          </a:p>
        </p:txBody>
      </p:sp>
    </p:spTree>
    <p:extLst>
      <p:ext uri="{BB962C8B-B14F-4D97-AF65-F5344CB8AC3E}">
        <p14:creationId xmlns:p14="http://schemas.microsoft.com/office/powerpoint/2010/main" val="200261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5078B-6216-1068-B781-E464D7C84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3814C0-5D85-2782-54D9-21B1BE5E2E0F}"/>
              </a:ext>
            </a:extLst>
          </p:cNvPr>
          <p:cNvSpPr txBox="1"/>
          <p:nvPr/>
        </p:nvSpPr>
        <p:spPr>
          <a:xfrm>
            <a:off x="502920" y="283464"/>
            <a:ext cx="10881360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>
              <a:defRPr sz="2400" b="1">
                <a:solidFill>
                  <a:srgbClr val="141414"/>
                </a:solidFill>
                <a:latin typeface="Arial"/>
              </a:defRPr>
            </a:pP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Project Pitching Template | </a:t>
            </a:r>
            <a:r>
              <a:rPr lang="th-TH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วิชาที่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E5BD01-6AB5-B571-999E-143EABF128D0}"/>
              </a:ext>
            </a:extLst>
          </p:cNvPr>
          <p:cNvSpPr txBox="1"/>
          <p:nvPr/>
        </p:nvSpPr>
        <p:spPr>
          <a:xfrm>
            <a:off x="521207" y="694944"/>
            <a:ext cx="105156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A35D3"/>
                </a:solidFill>
                <a:latin typeface="Arial"/>
              </a:defRPr>
            </a:pPr>
            <a:r>
              <a:rPr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AI Engineering / LLM / RAG / AI Workflow • Scope, AI / LLM / RAG Components, workflow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797BD2-8AF0-E534-1EDA-9FB9DCD25D2F}"/>
              </a:ext>
            </a:extLst>
          </p:cNvPr>
          <p:cNvSpPr/>
          <p:nvPr/>
        </p:nvSpPr>
        <p:spPr>
          <a:xfrm>
            <a:off x="502920" y="969264"/>
            <a:ext cx="10744200" cy="18288"/>
          </a:xfrm>
          <a:prstGeom prst="rect">
            <a:avLst/>
          </a:prstGeom>
          <a:solidFill>
            <a:srgbClr val="E1E1E6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6E0E16-F759-6D0C-5EBC-007B395A99BD}"/>
              </a:ext>
            </a:extLst>
          </p:cNvPr>
          <p:cNvSpPr txBox="1"/>
          <p:nvPr/>
        </p:nvSpPr>
        <p:spPr>
          <a:xfrm>
            <a:off x="548640" y="1097280"/>
            <a:ext cx="110185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1230" b="1">
                <a:solidFill>
                  <a:srgbClr val="562BA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4. Scope (ขอบเขตโปรเจกต์)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115F69-9721-072A-BF1A-D3AB3BA363FC}"/>
              </a:ext>
            </a:extLst>
          </p:cNvPr>
          <p:cNvSpPr/>
          <p:nvPr/>
        </p:nvSpPr>
        <p:spPr>
          <a:xfrm>
            <a:off x="548640" y="1371600"/>
            <a:ext cx="11018520" cy="13716"/>
          </a:xfrm>
          <a:prstGeom prst="rect">
            <a:avLst/>
          </a:prstGeom>
          <a:solidFill>
            <a:srgbClr val="562BA4"/>
          </a:solidFill>
          <a:ln>
            <a:solidFill>
              <a:srgbClr val="562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D58AD85-22AE-BB41-0253-34553537D5F7}"/>
              </a:ext>
            </a:extLst>
          </p:cNvPr>
          <p:cNvGraphicFramePr>
            <a:graphicFrameLocks noGrp="1"/>
          </p:cNvGraphicFramePr>
          <p:nvPr/>
        </p:nvGraphicFramePr>
        <p:xfrm>
          <a:off x="594360" y="1472184"/>
          <a:ext cx="109728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In Scope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8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Out of Scope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สิ่งที่โปรเจกต์ครอบคลุม</a:t>
                      </a:r>
                      <a:endParaRPr dirty="0"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สิ่งที่โปรเจกต์ไม่ครอบคลุม</a:t>
                      </a:r>
                      <a:endParaRPr dirty="0"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6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31FB8F1-DA0C-CEDD-FE00-42DA474EAE69}"/>
              </a:ext>
            </a:extLst>
          </p:cNvPr>
          <p:cNvSpPr txBox="1"/>
          <p:nvPr/>
        </p:nvSpPr>
        <p:spPr>
          <a:xfrm>
            <a:off x="548640" y="2331720"/>
            <a:ext cx="110185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1230" b="1">
                <a:solidFill>
                  <a:srgbClr val="562BA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5. AI / LLM / RAG Components (องค์ประกอบของระบบ AI)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B0875A-A036-47CE-9997-D10DBFF82B44}"/>
              </a:ext>
            </a:extLst>
          </p:cNvPr>
          <p:cNvSpPr/>
          <p:nvPr/>
        </p:nvSpPr>
        <p:spPr>
          <a:xfrm>
            <a:off x="548640" y="2606039"/>
            <a:ext cx="11018520" cy="13716"/>
          </a:xfrm>
          <a:prstGeom prst="rect">
            <a:avLst/>
          </a:prstGeom>
          <a:solidFill>
            <a:srgbClr val="562BA4"/>
          </a:solidFill>
          <a:ln>
            <a:solidFill>
              <a:srgbClr val="562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72834AA-2915-DBFC-D9F9-8C39B9C6103B}"/>
              </a:ext>
            </a:extLst>
          </p:cNvPr>
          <p:cNvGraphicFramePr>
            <a:graphicFrameLocks noGrp="1"/>
          </p:cNvGraphicFramePr>
          <p:nvPr/>
        </p:nvGraphicFramePr>
        <p:xfrm>
          <a:off x="594360" y="2706623"/>
          <a:ext cx="10972800" cy="658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>
                        <a:defRPr sz="89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LLM Model Used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RAG / Knowledge Base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9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Agent / Workflow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defRPr sz="770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GPT-4o / Claude / Gemini ฯลฯ</a:t>
                      </a:r>
                    </a:p>
                  </a:txBody>
                  <a:tcPr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70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เอกสาร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/</a:t>
                      </a: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ข้อมูลที่ใช้ใน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 RAG</a:t>
                      </a:r>
                    </a:p>
                  </a:txBody>
                  <a:tcPr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70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ประเภท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 Agent </a:t>
                      </a: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หรือ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 AI Workflow</a:t>
                      </a:r>
                    </a:p>
                  </a:txBody>
                  <a:tcPr>
                    <a:solidFill>
                      <a:srgbClr val="F6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1749122-457F-D71B-DEBA-A5D1C7710C9D}"/>
              </a:ext>
            </a:extLst>
          </p:cNvPr>
          <p:cNvGraphicFramePr>
            <a:graphicFrameLocks noGrp="1"/>
          </p:cNvGraphicFramePr>
          <p:nvPr/>
        </p:nvGraphicFramePr>
        <p:xfrm>
          <a:off x="594360" y="3502151"/>
          <a:ext cx="10972800" cy="804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89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Input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9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AI Processing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9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Output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9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Human Review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ข้อมูล/คำถามที่รับเข้า</a:t>
                      </a:r>
                    </a:p>
                  </a:txBody>
                  <a:tcPr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AI ประมวลผลอย่างไร?</a:t>
                      </a:r>
                    </a:p>
                  </a:txBody>
                  <a:tcPr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ผลลัพธ์ที่ได้คืออะไร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?</a:t>
                      </a:r>
                    </a:p>
                  </a:txBody>
                  <a:tcPr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มีคนตรวจ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/</a:t>
                      </a: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อนุมัติไหม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?</a:t>
                      </a:r>
                    </a:p>
                  </a:txBody>
                  <a:tcPr>
                    <a:solidFill>
                      <a:srgbClr val="F6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744F170-C653-6406-3B67-9875A9D6EC7C}"/>
              </a:ext>
            </a:extLst>
          </p:cNvPr>
          <p:cNvSpPr txBox="1"/>
          <p:nvPr/>
        </p:nvSpPr>
        <p:spPr>
          <a:xfrm>
            <a:off x="640080" y="4471416"/>
            <a:ext cx="146304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60" b="1">
                <a:solidFill>
                  <a:srgbClr val="141414"/>
                </a:solidFill>
                <a:latin typeface="Arial"/>
              </a:defRPr>
            </a:pPr>
            <a:r>
              <a:rPr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Hallucination /</a:t>
            </a:r>
            <a:br>
              <a:rPr dirty="0">
                <a:latin typeface="Google Sans" pitchFamily="2" charset="0"/>
                <a:ea typeface="Google Sans" pitchFamily="2" charset="0"/>
                <a:cs typeface="Google Sans" pitchFamily="2" charset="0"/>
              </a:rPr>
            </a:br>
            <a:r>
              <a:rPr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Risk Mitigation: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464B89-146B-6BD1-7F2A-5D2350519E53}"/>
              </a:ext>
            </a:extLst>
          </p:cNvPr>
          <p:cNvSpPr/>
          <p:nvPr/>
        </p:nvSpPr>
        <p:spPr>
          <a:xfrm>
            <a:off x="2194560" y="4745736"/>
            <a:ext cx="9189720" cy="10972"/>
          </a:xfrm>
          <a:prstGeom prst="rect">
            <a:avLst/>
          </a:prstGeom>
          <a:solidFill>
            <a:srgbClr val="E1E1E6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D9FC8E-6724-4FC9-6E62-294FBE6B6F22}"/>
              </a:ext>
            </a:extLst>
          </p:cNvPr>
          <p:cNvSpPr txBox="1"/>
          <p:nvPr/>
        </p:nvSpPr>
        <p:spPr>
          <a:xfrm>
            <a:off x="2212848" y="4507992"/>
            <a:ext cx="68580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7A7A7A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ระบุวิธีลด hallucination หรือ error ในระบบ AI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BDBA99-C2E7-295D-BA02-D7A05ACF649A}"/>
              </a:ext>
            </a:extLst>
          </p:cNvPr>
          <p:cNvSpPr txBox="1"/>
          <p:nvPr/>
        </p:nvSpPr>
        <p:spPr>
          <a:xfrm>
            <a:off x="548640" y="4846320"/>
            <a:ext cx="110185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1230" b="1">
                <a:solidFill>
                  <a:srgbClr val="562BA4"/>
                </a:solidFill>
                <a:latin typeface="Arial"/>
              </a:defRPr>
            </a:pPr>
            <a:r>
              <a:rPr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6. Workflow / Architecture (</a:t>
            </a:r>
            <a:r>
              <a:rPr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ขั้นตอนการทำงาน</a:t>
            </a:r>
            <a:r>
              <a:rPr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7F5EA6-B02C-17E9-9983-5FF72EF0BC4E}"/>
              </a:ext>
            </a:extLst>
          </p:cNvPr>
          <p:cNvSpPr/>
          <p:nvPr/>
        </p:nvSpPr>
        <p:spPr>
          <a:xfrm>
            <a:off x="548640" y="5120640"/>
            <a:ext cx="11018520" cy="13716"/>
          </a:xfrm>
          <a:prstGeom prst="rect">
            <a:avLst/>
          </a:prstGeom>
          <a:solidFill>
            <a:srgbClr val="562BA4"/>
          </a:solidFill>
          <a:ln>
            <a:solidFill>
              <a:srgbClr val="562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3C8F8F-FFB3-037D-053A-22EE2D5CD96A}"/>
              </a:ext>
            </a:extLst>
          </p:cNvPr>
          <p:cNvSpPr txBox="1"/>
          <p:nvPr/>
        </p:nvSpPr>
        <p:spPr>
          <a:xfrm>
            <a:off x="603504" y="5184648"/>
            <a:ext cx="7315200" cy="164592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19" b="0">
                <a:solidFill>
                  <a:srgbClr val="7A7A7A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อธิบาย flow ของระบบตั้งแต่ต้นจนจบ (Input -&gt; Process -&gt; Output)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5F8AA5F-41D4-B649-F41A-D4A1078F3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420030"/>
              </p:ext>
            </p:extLst>
          </p:nvPr>
        </p:nvGraphicFramePr>
        <p:xfrm>
          <a:off x="594360" y="5422392"/>
          <a:ext cx="10972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Step 1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Step 2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Step 3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Step 4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Step 5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Step 6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ระบุ step...</a:t>
                      </a:r>
                    </a:p>
                  </a:txBody>
                  <a:tcPr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ระบุ step...</a:t>
                      </a:r>
                    </a:p>
                  </a:txBody>
                  <a:tcPr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ระบุ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 step...</a:t>
                      </a:r>
                    </a:p>
                  </a:txBody>
                  <a:tcPr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ระบุ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 step...</a:t>
                      </a:r>
                    </a:p>
                  </a:txBody>
                  <a:tcPr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ระบุ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 step...</a:t>
                      </a:r>
                    </a:p>
                  </a:txBody>
                  <a:tcPr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ระบุ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 step...</a:t>
                      </a:r>
                    </a:p>
                  </a:txBody>
                  <a:tcPr>
                    <a:solidFill>
                      <a:srgbClr val="F6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B2C5D4EF-F90C-1C90-56CD-19164B2F97B6}"/>
              </a:ext>
            </a:extLst>
          </p:cNvPr>
          <p:cNvSpPr txBox="1"/>
          <p:nvPr/>
        </p:nvSpPr>
        <p:spPr>
          <a:xfrm>
            <a:off x="640080" y="6025896"/>
            <a:ext cx="141732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50" b="1">
                <a:solidFill>
                  <a:srgbClr val="14141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Architecture Notes: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2DC25F-05E4-06F1-34B8-B6DE822AFDB8}"/>
              </a:ext>
            </a:extLst>
          </p:cNvPr>
          <p:cNvSpPr/>
          <p:nvPr/>
        </p:nvSpPr>
        <p:spPr>
          <a:xfrm>
            <a:off x="2057400" y="6181344"/>
            <a:ext cx="9281160" cy="10972"/>
          </a:xfrm>
          <a:prstGeom prst="rect">
            <a:avLst/>
          </a:prstGeom>
          <a:solidFill>
            <a:srgbClr val="E1E1E6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4DF82C-04A0-F0EE-BFA8-CC70F64820C9}"/>
              </a:ext>
            </a:extLst>
          </p:cNvPr>
          <p:cNvSpPr txBox="1"/>
          <p:nvPr/>
        </p:nvSpPr>
        <p:spPr>
          <a:xfrm>
            <a:off x="2103120" y="6025896"/>
            <a:ext cx="585216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770" b="0">
                <a:solidFill>
                  <a:srgbClr val="7A7A7A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อธิบายเพิ่มเติมถ้า flow ซับซ้อน หรือมี branching</a:t>
            </a:r>
          </a:p>
        </p:txBody>
      </p:sp>
    </p:spTree>
    <p:extLst>
      <p:ext uri="{BB962C8B-B14F-4D97-AF65-F5344CB8AC3E}">
        <p14:creationId xmlns:p14="http://schemas.microsoft.com/office/powerpoint/2010/main" val="3621831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37A4B-D8A2-BA6C-95C7-6E632B4E6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8E0E6F-7D90-EE4C-1F89-5EF7DFE37798}"/>
              </a:ext>
            </a:extLst>
          </p:cNvPr>
          <p:cNvSpPr txBox="1"/>
          <p:nvPr/>
        </p:nvSpPr>
        <p:spPr>
          <a:xfrm>
            <a:off x="502920" y="283464"/>
            <a:ext cx="10881360" cy="384048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>
              <a:defRPr sz="2400" b="1">
                <a:solidFill>
                  <a:srgbClr val="141414"/>
                </a:solidFill>
                <a:latin typeface="Arial"/>
              </a:defRPr>
            </a:pPr>
            <a:r>
              <a:rPr lang="en-US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Project Pitching Template | </a:t>
            </a:r>
            <a:r>
              <a:rPr lang="th-TH"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วิชาที่ 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69D738-AEF0-446F-8D4E-08F38AD0C6D7}"/>
              </a:ext>
            </a:extLst>
          </p:cNvPr>
          <p:cNvSpPr txBox="1"/>
          <p:nvPr/>
        </p:nvSpPr>
        <p:spPr>
          <a:xfrm>
            <a:off x="521207" y="694944"/>
            <a:ext cx="10515600" cy="22860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1050" b="1">
                <a:solidFill>
                  <a:srgbClr val="6A35D3"/>
                </a:solidFill>
                <a:latin typeface="Arial"/>
              </a:defRPr>
            </a:pPr>
            <a:r>
              <a:rPr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AI Engineering / LLM / RAG / AI Workflow • Tools, outcomes, timeline, team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B35102-B6B9-8158-D61C-ACA81DCC33E9}"/>
              </a:ext>
            </a:extLst>
          </p:cNvPr>
          <p:cNvSpPr/>
          <p:nvPr/>
        </p:nvSpPr>
        <p:spPr>
          <a:xfrm>
            <a:off x="502920" y="969264"/>
            <a:ext cx="10744200" cy="18288"/>
          </a:xfrm>
          <a:prstGeom prst="rect">
            <a:avLst/>
          </a:prstGeom>
          <a:solidFill>
            <a:srgbClr val="E1E1E6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9E85F-EEFF-E735-5425-E52735788D66}"/>
              </a:ext>
            </a:extLst>
          </p:cNvPr>
          <p:cNvSpPr txBox="1"/>
          <p:nvPr/>
        </p:nvSpPr>
        <p:spPr>
          <a:xfrm>
            <a:off x="548640" y="1097280"/>
            <a:ext cx="110185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1230" b="1">
                <a:solidFill>
                  <a:srgbClr val="562BA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7. Tools &amp; Technologies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44F059-3F5A-18FF-C598-260EA6047CAA}"/>
              </a:ext>
            </a:extLst>
          </p:cNvPr>
          <p:cNvSpPr/>
          <p:nvPr/>
        </p:nvSpPr>
        <p:spPr>
          <a:xfrm>
            <a:off x="548640" y="1371600"/>
            <a:ext cx="11018520" cy="13716"/>
          </a:xfrm>
          <a:prstGeom prst="rect">
            <a:avLst/>
          </a:prstGeom>
          <a:solidFill>
            <a:srgbClr val="562BA4"/>
          </a:solidFill>
          <a:ln>
            <a:solidFill>
              <a:srgbClr val="562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B4D16A1-3063-CE3F-8225-E2EE67252F5F}"/>
              </a:ext>
            </a:extLst>
          </p:cNvPr>
          <p:cNvGraphicFramePr>
            <a:graphicFrameLocks noGrp="1"/>
          </p:cNvGraphicFramePr>
          <p:nvPr/>
        </p:nvGraphicFramePr>
        <p:xfrm>
          <a:off x="594360" y="1499616"/>
          <a:ext cx="10972800" cy="969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defRPr sz="86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Programming</a:t>
                      </a:r>
                    </a:p>
                    <a:p>
                      <a:pPr algn="l">
                        <a:defRPr sz="86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Language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Database / Storage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Frameworks /</a:t>
                      </a:r>
                    </a:p>
                    <a:p>
                      <a:pPr algn="l">
                        <a:defRPr sz="86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Libraries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Visualization /</a:t>
                      </a:r>
                    </a:p>
                    <a:p>
                      <a:pPr algn="l">
                        <a:defRPr sz="869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Output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648"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Python / SQL / JS ฯลฯ</a:t>
                      </a:r>
                    </a:p>
                  </a:txBody>
                  <a:tcPr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PostgreSQL / S3 /</a:t>
                      </a:r>
                    </a:p>
                    <a:p>
                      <a:pPr algn="l">
                        <a:defRPr sz="819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BigQuery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 </a:t>
                      </a: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ฯลฯ</a:t>
                      </a:r>
                      <a:endParaRPr dirty="0"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Pandas / Spark /</a:t>
                      </a:r>
                    </a:p>
                    <a:p>
                      <a:pPr algn="l">
                        <a:defRPr sz="819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LangChain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 </a:t>
                      </a: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ฯลฯ</a:t>
                      </a:r>
                      <a:endParaRPr dirty="0"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19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Tableau / </a:t>
                      </a: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PowerBI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 /</a:t>
                      </a:r>
                    </a:p>
                    <a:p>
                      <a:pPr algn="l">
                        <a:defRPr sz="819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Streamlit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 </a:t>
                      </a: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ฯลฯ</a:t>
                      </a:r>
                      <a:endParaRPr dirty="0"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6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E37B3F1-0F11-3A47-D9E9-558224DA9D3A}"/>
              </a:ext>
            </a:extLst>
          </p:cNvPr>
          <p:cNvSpPr txBox="1"/>
          <p:nvPr/>
        </p:nvSpPr>
        <p:spPr>
          <a:xfrm>
            <a:off x="548640" y="2560320"/>
            <a:ext cx="110185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1230" b="1">
                <a:solidFill>
                  <a:srgbClr val="562BA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8. Expected Outcomes (ผลลัพธ์ที่คาดหวัง)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54EC4E-7ED0-F371-443B-45E897A3D4A9}"/>
              </a:ext>
            </a:extLst>
          </p:cNvPr>
          <p:cNvSpPr/>
          <p:nvPr/>
        </p:nvSpPr>
        <p:spPr>
          <a:xfrm>
            <a:off x="548640" y="2834639"/>
            <a:ext cx="11018520" cy="13716"/>
          </a:xfrm>
          <a:prstGeom prst="rect">
            <a:avLst/>
          </a:prstGeom>
          <a:solidFill>
            <a:srgbClr val="562BA4"/>
          </a:solidFill>
          <a:ln>
            <a:solidFill>
              <a:srgbClr val="562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109DAE-C3BB-7147-1682-EA84575151B8}"/>
              </a:ext>
            </a:extLst>
          </p:cNvPr>
          <p:cNvSpPr txBox="1"/>
          <p:nvPr/>
        </p:nvSpPr>
        <p:spPr>
          <a:xfrm>
            <a:off x="640080" y="3026663"/>
            <a:ext cx="109728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80" b="1">
                <a:solidFill>
                  <a:srgbClr val="14141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Deliverables: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EE266B-B847-C2FA-1ACB-D2E21524D53B}"/>
              </a:ext>
            </a:extLst>
          </p:cNvPr>
          <p:cNvSpPr txBox="1"/>
          <p:nvPr/>
        </p:nvSpPr>
        <p:spPr>
          <a:xfrm>
            <a:off x="1783080" y="3026663"/>
            <a:ext cx="7498079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7A7A7A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สิ่งที่จะส่งมอบเมื่อโปรเจกต์เสร็จ (Dashboard, Report, API ฯลฯ)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061BFB-25D3-4EEA-83A6-B377258FFAAF}"/>
              </a:ext>
            </a:extLst>
          </p:cNvPr>
          <p:cNvSpPr/>
          <p:nvPr/>
        </p:nvSpPr>
        <p:spPr>
          <a:xfrm>
            <a:off x="1755648" y="3310127"/>
            <a:ext cx="9646920" cy="10972"/>
          </a:xfrm>
          <a:prstGeom prst="rect">
            <a:avLst/>
          </a:prstGeom>
          <a:solidFill>
            <a:srgbClr val="E1E1E6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E22A0B-800B-0743-B2CA-7EF872540A4D}"/>
              </a:ext>
            </a:extLst>
          </p:cNvPr>
          <p:cNvSpPr txBox="1"/>
          <p:nvPr/>
        </p:nvSpPr>
        <p:spPr>
          <a:xfrm>
            <a:off x="640080" y="3511296"/>
            <a:ext cx="11430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80" b="1">
                <a:solidFill>
                  <a:srgbClr val="14141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Success Metrics: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AAB028-75AE-42C0-7251-15F954D533F1}"/>
              </a:ext>
            </a:extLst>
          </p:cNvPr>
          <p:cNvSpPr txBox="1"/>
          <p:nvPr/>
        </p:nvSpPr>
        <p:spPr>
          <a:xfrm>
            <a:off x="1783080" y="3511296"/>
            <a:ext cx="73152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800" b="0">
                <a:solidFill>
                  <a:srgbClr val="7A7A7A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วัดความสำเร็จอย่างไร? (KPI, Accuracy, SLA ฯลฯ)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BE4E87-F565-6063-331A-29BA97EF61A2}"/>
              </a:ext>
            </a:extLst>
          </p:cNvPr>
          <p:cNvSpPr/>
          <p:nvPr/>
        </p:nvSpPr>
        <p:spPr>
          <a:xfrm>
            <a:off x="1755648" y="3794759"/>
            <a:ext cx="9646920" cy="10972"/>
          </a:xfrm>
          <a:prstGeom prst="rect">
            <a:avLst/>
          </a:prstGeom>
          <a:solidFill>
            <a:srgbClr val="E1E1E6"/>
          </a:solidFill>
          <a:ln>
            <a:solidFill>
              <a:srgbClr val="E1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B899DD-4B5C-8292-E01D-4A4BA2CBC021}"/>
              </a:ext>
            </a:extLst>
          </p:cNvPr>
          <p:cNvSpPr txBox="1"/>
          <p:nvPr/>
        </p:nvSpPr>
        <p:spPr>
          <a:xfrm>
            <a:off x="548640" y="3858768"/>
            <a:ext cx="110185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1230" b="1">
                <a:solidFill>
                  <a:srgbClr val="562BA4"/>
                </a:solidFill>
                <a:latin typeface="Arial"/>
              </a:defRPr>
            </a:pPr>
            <a:r>
              <a:rPr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9. Timeline (</a:t>
            </a:r>
            <a:r>
              <a:rPr dirty="0" err="1">
                <a:latin typeface="Google Sans" pitchFamily="2" charset="0"/>
                <a:ea typeface="Google Sans" pitchFamily="2" charset="0"/>
                <a:cs typeface="Google Sans" pitchFamily="2" charset="0"/>
              </a:rPr>
              <a:t>แผนการดำเนินงาน</a:t>
            </a:r>
            <a:r>
              <a:rPr dirty="0">
                <a:latin typeface="Google Sans" pitchFamily="2" charset="0"/>
                <a:ea typeface="Google Sans" pitchFamily="2" charset="0"/>
                <a:cs typeface="Google Sans" pitchFamily="2" charset="0"/>
              </a:rPr>
              <a:t>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E0BF05-A0CF-046A-6640-B376E2322A6C}"/>
              </a:ext>
            </a:extLst>
          </p:cNvPr>
          <p:cNvSpPr/>
          <p:nvPr/>
        </p:nvSpPr>
        <p:spPr>
          <a:xfrm>
            <a:off x="548640" y="4133087"/>
            <a:ext cx="11018520" cy="13716"/>
          </a:xfrm>
          <a:prstGeom prst="rect">
            <a:avLst/>
          </a:prstGeom>
          <a:solidFill>
            <a:srgbClr val="562BA4"/>
          </a:solidFill>
          <a:ln>
            <a:solidFill>
              <a:srgbClr val="562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995A1DC-C914-D5FC-E2A5-0C0BA9D82E20}"/>
              </a:ext>
            </a:extLst>
          </p:cNvPr>
          <p:cNvGraphicFramePr>
            <a:graphicFrameLocks noGrp="1"/>
          </p:cNvGraphicFramePr>
          <p:nvPr/>
        </p:nvGraphicFramePr>
        <p:xfrm>
          <a:off x="594360" y="4261104"/>
          <a:ext cx="10972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สัปดาห์ที่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 1-2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สัปดาห์ที่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 3-4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สัปดาห์ที่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 5-6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4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สัปดาห์ที่ 7-8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ระบุงานที่ทำ...</a:t>
                      </a:r>
                    </a:p>
                  </a:txBody>
                  <a:tcPr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ระบุงานที่ทำ...</a:t>
                      </a:r>
                    </a:p>
                  </a:txBody>
                  <a:tcPr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ระบุงานที่ทำ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...</a:t>
                      </a:r>
                    </a:p>
                  </a:txBody>
                  <a:tcPr>
                    <a:solidFill>
                      <a:srgbClr val="F6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7A7A7A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ระบุงานที่ทำ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...</a:t>
                      </a:r>
                    </a:p>
                  </a:txBody>
                  <a:tcPr>
                    <a:solidFill>
                      <a:srgbClr val="F6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229F73C6-A70D-28B5-B0E1-6012E41BD026}"/>
              </a:ext>
            </a:extLst>
          </p:cNvPr>
          <p:cNvSpPr txBox="1"/>
          <p:nvPr/>
        </p:nvSpPr>
        <p:spPr>
          <a:xfrm>
            <a:off x="548640" y="5074920"/>
            <a:ext cx="11018520" cy="219456"/>
          </a:xfrm>
          <a:prstGeom prst="rect">
            <a:avLst/>
          </a:prstGeom>
          <a:noFill/>
        </p:spPr>
        <p:txBody>
          <a:bodyPr wrap="square" lIns="18288" tIns="9144" rIns="18288" bIns="9144" anchor="t">
            <a:noAutofit/>
          </a:bodyPr>
          <a:lstStyle/>
          <a:p>
            <a:pPr algn="l">
              <a:lnSpc>
                <a:spcPct val="100000"/>
              </a:lnSpc>
              <a:defRPr sz="1230" b="1">
                <a:solidFill>
                  <a:srgbClr val="562BA4"/>
                </a:solidFill>
                <a:latin typeface="Arial"/>
              </a:defRPr>
            </a:pPr>
            <a:r>
              <a:rPr>
                <a:latin typeface="Google Sans" pitchFamily="2" charset="0"/>
                <a:ea typeface="Google Sans" pitchFamily="2" charset="0"/>
                <a:cs typeface="Google Sans" pitchFamily="2" charset="0"/>
              </a:rPr>
              <a:t>10. Team Members (สมาชิกในกลุ่ม)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E5863A-6DDA-5EC1-0798-5B50110A9262}"/>
              </a:ext>
            </a:extLst>
          </p:cNvPr>
          <p:cNvSpPr/>
          <p:nvPr/>
        </p:nvSpPr>
        <p:spPr>
          <a:xfrm>
            <a:off x="548640" y="5349240"/>
            <a:ext cx="11018520" cy="13716"/>
          </a:xfrm>
          <a:prstGeom prst="rect">
            <a:avLst/>
          </a:prstGeom>
          <a:solidFill>
            <a:srgbClr val="562BA4"/>
          </a:solidFill>
          <a:ln>
            <a:solidFill>
              <a:srgbClr val="562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Google Sans" pitchFamily="2" charset="0"/>
              <a:ea typeface="Google Sans" pitchFamily="2" charset="0"/>
              <a:cs typeface="Google Sans" pitchFamily="2" charset="0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75BBECF-BB16-0EA2-D69A-48AB776C86D3}"/>
              </a:ext>
            </a:extLst>
          </p:cNvPr>
          <p:cNvGraphicFramePr>
            <a:graphicFrameLocks noGrp="1"/>
          </p:cNvGraphicFramePr>
          <p:nvPr/>
        </p:nvGraphicFramePr>
        <p:xfrm>
          <a:off x="594360" y="5477256"/>
          <a:ext cx="10972800" cy="1267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ctr">
                        <a:defRPr sz="79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#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9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ชื่อ</a:t>
                      </a: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 - </a:t>
                      </a:r>
                      <a:r>
                        <a:rPr dirty="0" err="1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นามสกุล</a:t>
                      </a:r>
                      <a:endParaRPr dirty="0"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9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รหัสนักศึกษา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9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บทบาทใน Project</a:t>
                      </a:r>
                    </a:p>
                  </a:txBody>
                  <a:tcPr>
                    <a:solidFill>
                      <a:srgbClr val="562B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 dirty="0"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endParaRPr dirty="0"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endParaRPr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endParaRPr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endParaRPr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endParaRPr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endParaRPr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endParaRPr dirty="0"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endParaRPr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endParaRPr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endParaRPr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endParaRPr dirty="0"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endParaRPr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algn="ctr">
                        <a:defRPr sz="74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r>
                        <a:rPr>
                          <a:latin typeface="Google Sans" pitchFamily="2" charset="0"/>
                          <a:ea typeface="Google Sans" pitchFamily="2" charset="0"/>
                          <a:cs typeface="Google Sans" pitchFamily="2" charset="0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endParaRPr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endParaRPr dirty="0"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30" b="0">
                          <a:solidFill>
                            <a:srgbClr val="141414"/>
                          </a:solidFill>
                          <a:latin typeface="Arial"/>
                        </a:defRPr>
                      </a:pPr>
                      <a:endParaRPr dirty="0">
                        <a:latin typeface="Google Sans" pitchFamily="2" charset="0"/>
                        <a:ea typeface="Google Sans" pitchFamily="2" charset="0"/>
                        <a:cs typeface="Google Sans" pitchFamily="2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436703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435465E5951B43A096E6C9EFDD1BB9" ma:contentTypeVersion="19" ma:contentTypeDescription="Create a new document." ma:contentTypeScope="" ma:versionID="2944b2fa380e107cf3dab02a6c3015d8">
  <xsd:schema xmlns:xsd="http://www.w3.org/2001/XMLSchema" xmlns:xs="http://www.w3.org/2001/XMLSchema" xmlns:p="http://schemas.microsoft.com/office/2006/metadata/properties" xmlns:ns2="880c44f9-f699-4f3b-9c60-42dab7d781c7" xmlns:ns3="5b20ad81-61a3-42e6-80e0-bd93e03da907" targetNamespace="http://schemas.microsoft.com/office/2006/metadata/properties" ma:root="true" ma:fieldsID="62549dee08a8a76068d3225b0fadbb7f" ns2:_="" ns3:_="">
    <xsd:import namespace="880c44f9-f699-4f3b-9c60-42dab7d781c7"/>
    <xsd:import namespace="5b20ad81-61a3-42e6-80e0-bd93e03da9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Remark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0c44f9-f699-4f3b-9c60-42dab7d781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1068565-9db4-4701-baed-6a5e505e74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Remark" ma:index="23" nillable="true" ma:displayName="Remark" ma:format="Dropdown" ma:internalName="Remark">
      <xsd:simpleType>
        <xsd:restriction base="dms:Text">
          <xsd:maxLength value="255"/>
        </xsd:restriction>
      </xsd:simpleType>
    </xsd:element>
    <xsd:element name="MediaServiceLocation" ma:index="24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20ad81-61a3-42e6-80e0-bd93e03da90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6cc339b2-7053-4d66-b429-db3c10c47158}" ma:internalName="TaxCatchAll" ma:showField="CatchAllData" ma:web="5b20ad81-61a3-42e6-80e0-bd93e03da90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0c44f9-f699-4f3b-9c60-42dab7d781c7">
      <Terms xmlns="http://schemas.microsoft.com/office/infopath/2007/PartnerControls"/>
    </lcf76f155ced4ddcb4097134ff3c332f>
    <Remark xmlns="880c44f9-f699-4f3b-9c60-42dab7d781c7" xsi:nil="true"/>
    <TaxCatchAll xmlns="5b20ad81-61a3-42e6-80e0-bd93e03da907" xsi:nil="true"/>
  </documentManagement>
</p:properties>
</file>

<file path=customXml/itemProps1.xml><?xml version="1.0" encoding="utf-8"?>
<ds:datastoreItem xmlns:ds="http://schemas.openxmlformats.org/officeDocument/2006/customXml" ds:itemID="{B0BFF298-0D66-4B65-9927-C43E45560C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0c44f9-f699-4f3b-9c60-42dab7d781c7"/>
    <ds:schemaRef ds:uri="5b20ad81-61a3-42e6-80e0-bd93e03da9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16B4C8-DA25-4316-A751-BE3D9A2DA6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2F3D1C-AE8C-404E-AB03-889E2A7EB593}">
  <ds:schemaRefs>
    <ds:schemaRef ds:uri="http://schemas.microsoft.com/office/2006/metadata/properties"/>
    <ds:schemaRef ds:uri="http://schemas.microsoft.com/office/infopath/2007/PartnerControls"/>
    <ds:schemaRef ds:uri="880c44f9-f699-4f3b-9c60-42dab7d781c7"/>
    <ds:schemaRef ds:uri="5b20ad81-61a3-42e6-80e0-bd93e03da90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1501</TotalTime>
  <Words>624</Words>
  <Application>Microsoft Office PowerPoint</Application>
  <PresentationFormat>Widescreen</PresentationFormat>
  <Paragraphs>123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Google Sans</vt:lpstr>
      <vt:lpstr>Anton</vt:lpstr>
      <vt:lpstr>Open Sans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Irisconsulting</dc:creator>
  <cp:lastModifiedBy>Rachan Sailamai</cp:lastModifiedBy>
  <cp:revision>79</cp:revision>
  <dcterms:created xsi:type="dcterms:W3CDTF">2026-05-12T12:01:46Z</dcterms:created>
  <dcterms:modified xsi:type="dcterms:W3CDTF">2026-06-11T06:44:52Z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0x010100D6435465E5951B43A096E6C9EFDD1BB9</vt:lpwstr>
  </property>
  <property fmtid="{D5CDD505-2E9C-101B-9397-08002B2CF9AE}" pid="3" name="MediaServiceImageTags">
    <vt:lpwstr/>
  </property>
</Properties>
</file>